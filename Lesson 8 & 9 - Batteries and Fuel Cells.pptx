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31"/>
  </p:notesMasterIdLst>
  <p:sldIdLst>
    <p:sldId id="256" r:id="rId2"/>
    <p:sldId id="258" r:id="rId3"/>
    <p:sldId id="260" r:id="rId4"/>
    <p:sldId id="261" r:id="rId5"/>
    <p:sldId id="274" r:id="rId6"/>
    <p:sldId id="282" r:id="rId7"/>
    <p:sldId id="266" r:id="rId8"/>
    <p:sldId id="310" r:id="rId9"/>
    <p:sldId id="311" r:id="rId10"/>
    <p:sldId id="329" r:id="rId11"/>
    <p:sldId id="312" r:id="rId12"/>
    <p:sldId id="317" r:id="rId13"/>
    <p:sldId id="316" r:id="rId14"/>
    <p:sldId id="309" r:id="rId15"/>
    <p:sldId id="318" r:id="rId16"/>
    <p:sldId id="319" r:id="rId17"/>
    <p:sldId id="320" r:id="rId18"/>
    <p:sldId id="321" r:id="rId19"/>
    <p:sldId id="322" r:id="rId20"/>
    <p:sldId id="323" r:id="rId21"/>
    <p:sldId id="324" r:id="rId22"/>
    <p:sldId id="269" r:id="rId23"/>
    <p:sldId id="271" r:id="rId24"/>
    <p:sldId id="330" r:id="rId25"/>
    <p:sldId id="325" r:id="rId26"/>
    <p:sldId id="326" r:id="rId27"/>
    <p:sldId id="327" r:id="rId28"/>
    <p:sldId id="331" r:id="rId29"/>
    <p:sldId id="328"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68692" autoAdjust="0"/>
  </p:normalViewPr>
  <p:slideViewPr>
    <p:cSldViewPr snapToGrid="0">
      <p:cViewPr varScale="1">
        <p:scale>
          <a:sx n="47" d="100"/>
          <a:sy n="47" d="100"/>
        </p:scale>
        <p:origin x="16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536F54-692C-4722-BD9E-4FF7B6C2BBAA}" type="datetimeFigureOut">
              <a:rPr lang="en-GB" smtClean="0"/>
              <a:t>17/04/2026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17A793-85D7-4D3D-AED8-B9A0CBBEFF1F}" type="slidenum">
              <a:rPr lang="en-GB" smtClean="0"/>
              <a:t>‹#›</a:t>
            </a:fld>
            <a:endParaRPr lang="en-GB"/>
          </a:p>
        </p:txBody>
      </p:sp>
    </p:spTree>
    <p:extLst>
      <p:ext uri="{BB962C8B-B14F-4D97-AF65-F5344CB8AC3E}">
        <p14:creationId xmlns:p14="http://schemas.microsoft.com/office/powerpoint/2010/main" val="88024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1.	</a:t>
            </a:r>
            <a:r>
              <a:rPr lang="fr-FR" dirty="0" err="1"/>
              <a:t>magnesium</a:t>
            </a:r>
            <a:r>
              <a:rPr lang="fr-FR" dirty="0"/>
              <a:t>, zinc, </a:t>
            </a:r>
            <a:r>
              <a:rPr lang="fr-FR" dirty="0" err="1"/>
              <a:t>copper</a:t>
            </a:r>
            <a:endParaRPr lang="fr-FR" dirty="0"/>
          </a:p>
          <a:p>
            <a:r>
              <a:rPr lang="fr-FR" dirty="0"/>
              <a:t>2.	</a:t>
            </a:r>
            <a:r>
              <a:rPr lang="fr-FR" dirty="0" err="1"/>
              <a:t>Displacement</a:t>
            </a:r>
            <a:endParaRPr lang="fr-FR" dirty="0"/>
          </a:p>
          <a:p>
            <a:r>
              <a:rPr lang="fr-FR" dirty="0"/>
              <a:t>3.	</a:t>
            </a:r>
            <a:r>
              <a:rPr lang="fr-FR" dirty="0" err="1"/>
              <a:t>Magnesium</a:t>
            </a:r>
            <a:r>
              <a:rPr lang="fr-FR" dirty="0"/>
              <a:t> / </a:t>
            </a:r>
            <a:r>
              <a:rPr lang="fr-FR" dirty="0">
                <a:latin typeface="Times New Roman" panose="02020603050405020304" pitchFamily="18" charset="0"/>
                <a:cs typeface="Times New Roman" panose="02020603050405020304" pitchFamily="18" charset="0"/>
              </a:rPr>
              <a:t>Mg</a:t>
            </a:r>
          </a:p>
          <a:p>
            <a:endParaRPr lang="en-US" dirty="0"/>
          </a:p>
        </p:txBody>
      </p:sp>
      <p:sp>
        <p:nvSpPr>
          <p:cNvPr id="4" name="Slide Number Placeholder 3"/>
          <p:cNvSpPr>
            <a:spLocks noGrp="1"/>
          </p:cNvSpPr>
          <p:nvPr>
            <p:ph type="sldNum" sz="quarter" idx="5"/>
          </p:nvPr>
        </p:nvSpPr>
        <p:spPr/>
        <p:txBody>
          <a:bodyPr/>
          <a:lstStyle/>
          <a:p>
            <a:fld id="{C39800F1-6442-8743-BA9D-5B71BBBFC051}" type="slidenum">
              <a:rPr lang="en-US" smtClean="0"/>
              <a:t>2</a:t>
            </a:fld>
            <a:endParaRPr lang="en-US"/>
          </a:p>
        </p:txBody>
      </p:sp>
    </p:spTree>
    <p:extLst>
      <p:ext uri="{BB962C8B-B14F-4D97-AF65-F5344CB8AC3E}">
        <p14:creationId xmlns:p14="http://schemas.microsoft.com/office/powerpoint/2010/main" val="4108793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cell contain chemicals which react to produce electricity.</a:t>
            </a:r>
          </a:p>
          <a:p>
            <a:r>
              <a:rPr lang="en-GB" dirty="0"/>
              <a:t>A battery is more than one cell connected in series. </a:t>
            </a:r>
          </a:p>
          <a:p>
            <a:r>
              <a:rPr lang="en-GB" dirty="0"/>
              <a:t>So, when we say we are replacing batteries, we are in fact replacing cells.</a:t>
            </a:r>
          </a:p>
          <a:p>
            <a:r>
              <a:rPr lang="en-GB" dirty="0"/>
              <a:t>When these cells in the device are connected in series, they form a battery.</a:t>
            </a:r>
            <a:endParaRPr lang="en-US" dirty="0"/>
          </a:p>
        </p:txBody>
      </p:sp>
      <p:sp>
        <p:nvSpPr>
          <p:cNvPr id="4" name="Slide Number Placeholder 3"/>
          <p:cNvSpPr>
            <a:spLocks noGrp="1"/>
          </p:cNvSpPr>
          <p:nvPr>
            <p:ph type="sldNum" sz="quarter" idx="5"/>
          </p:nvPr>
        </p:nvSpPr>
        <p:spPr/>
        <p:txBody>
          <a:bodyPr/>
          <a:lstStyle/>
          <a:p>
            <a:fld id="{C39800F1-6442-8743-BA9D-5B71BBBFC051}" type="slidenum">
              <a:rPr lang="en-US" smtClean="0"/>
              <a:t>3</a:t>
            </a:fld>
            <a:endParaRPr lang="en-US"/>
          </a:p>
        </p:txBody>
      </p:sp>
    </p:spTree>
    <p:extLst>
      <p:ext uri="{BB962C8B-B14F-4D97-AF65-F5344CB8AC3E}">
        <p14:creationId xmlns:p14="http://schemas.microsoft.com/office/powerpoint/2010/main" val="210378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Specifications:</a:t>
            </a:r>
          </a:p>
          <a:p>
            <a:r>
              <a:rPr lang="en-GB" b="1" dirty="0"/>
              <a:t>4.5.2.1, WS 2.2, 2.6</a:t>
            </a:r>
          </a:p>
          <a:p>
            <a:r>
              <a:rPr lang="en-GB" dirty="0"/>
              <a:t>Differentiate the learning objectives based on the ability of the students:</a:t>
            </a:r>
          </a:p>
          <a:p>
            <a:pPr marL="171450" indent="-171450">
              <a:buFont typeface="Arial" panose="020B0604020202020204" pitchFamily="34" charset="0"/>
              <a:buChar char="•"/>
            </a:pPr>
            <a:r>
              <a:rPr lang="en-GB" dirty="0"/>
              <a:t>Explain how potential difference can be changed in a cell Interpret data from an electrochemical cell to determine the reactivity of the metals involved.</a:t>
            </a:r>
          </a:p>
          <a:p>
            <a:pPr marL="171450" indent="-171450">
              <a:buFont typeface="Arial" panose="020B0604020202020204" pitchFamily="34" charset="0"/>
              <a:buChar char="•"/>
            </a:pPr>
            <a:r>
              <a:rPr lang="en-GB" dirty="0"/>
              <a:t>Explain why non-rechargeable batteries stop working.</a:t>
            </a:r>
          </a:p>
          <a:p>
            <a:endParaRPr lang="en-GB" dirty="0"/>
          </a:p>
        </p:txBody>
      </p:sp>
      <p:sp>
        <p:nvSpPr>
          <p:cNvPr id="4" name="Slide Number Placeholder 3"/>
          <p:cNvSpPr>
            <a:spLocks noGrp="1"/>
          </p:cNvSpPr>
          <p:nvPr>
            <p:ph type="sldNum" sz="quarter" idx="5"/>
          </p:nvPr>
        </p:nvSpPr>
        <p:spPr/>
        <p:txBody>
          <a:bodyPr/>
          <a:lstStyle/>
          <a:p>
            <a:fld id="{C39800F1-6442-8743-BA9D-5B71BBBFC051}" type="slidenum">
              <a:rPr lang="en-US" smtClean="0"/>
              <a:t>4</a:t>
            </a:fld>
            <a:endParaRPr lang="en-US"/>
          </a:p>
        </p:txBody>
      </p:sp>
    </p:spTree>
    <p:extLst>
      <p:ext uri="{BB962C8B-B14F-4D97-AF65-F5344CB8AC3E}">
        <p14:creationId xmlns:p14="http://schemas.microsoft.com/office/powerpoint/2010/main" val="3903294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diagram shown an electrical cell made from zinc and copper.</a:t>
            </a:r>
          </a:p>
          <a:p>
            <a:r>
              <a:rPr lang="en-GB" dirty="0"/>
              <a:t>The electrons flow through the wire from the more reactive metal (zinc) to the less reactive metal (copper).</a:t>
            </a:r>
          </a:p>
          <a:p>
            <a:r>
              <a:rPr lang="en-GB" dirty="0"/>
              <a:t>So, zinc acts as the negative terminal of the cell, providing electrons to the external circuit.</a:t>
            </a:r>
          </a:p>
        </p:txBody>
      </p:sp>
      <p:sp>
        <p:nvSpPr>
          <p:cNvPr id="4" name="Slide Number Placeholder 3"/>
          <p:cNvSpPr>
            <a:spLocks noGrp="1"/>
          </p:cNvSpPr>
          <p:nvPr>
            <p:ph type="sldNum" sz="quarter" idx="5"/>
          </p:nvPr>
        </p:nvSpPr>
        <p:spPr/>
        <p:txBody>
          <a:bodyPr/>
          <a:lstStyle/>
          <a:p>
            <a:fld id="{C39800F1-6442-8743-BA9D-5B71BBBFC051}" type="slidenum">
              <a:rPr lang="en-US" smtClean="0"/>
              <a:t>5</a:t>
            </a:fld>
            <a:endParaRPr lang="en-US"/>
          </a:p>
        </p:txBody>
      </p:sp>
    </p:spTree>
    <p:extLst>
      <p:ext uri="{BB962C8B-B14F-4D97-AF65-F5344CB8AC3E}">
        <p14:creationId xmlns:p14="http://schemas.microsoft.com/office/powerpoint/2010/main" val="4126218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Highlight this key fact for students to remember – ask them to write it down in big letters or with patterns around it for them to easily refer to.</a:t>
            </a:r>
          </a:p>
          <a:p>
            <a:r>
              <a:rPr lang="en-GB" b="1" dirty="0"/>
              <a:t>The greater the difference in reactivity of the two metals used, the greater the voltage produced.</a:t>
            </a:r>
          </a:p>
          <a:p>
            <a:r>
              <a:rPr lang="en-GB" dirty="0"/>
              <a:t>Students can then consolidate this understanding by seeing this in the results of their practical.</a:t>
            </a:r>
          </a:p>
          <a:p>
            <a:endParaRPr lang="en-GB" dirty="0"/>
          </a:p>
        </p:txBody>
      </p:sp>
      <p:sp>
        <p:nvSpPr>
          <p:cNvPr id="4" name="Slide Number Placeholder 3"/>
          <p:cNvSpPr>
            <a:spLocks noGrp="1"/>
          </p:cNvSpPr>
          <p:nvPr>
            <p:ph type="sldNum" sz="quarter" idx="5"/>
          </p:nvPr>
        </p:nvSpPr>
        <p:spPr/>
        <p:txBody>
          <a:bodyPr/>
          <a:lstStyle/>
          <a:p>
            <a:fld id="{C39800F1-6442-8743-BA9D-5B71BBBFC051}" type="slidenum">
              <a:rPr lang="en-US" smtClean="0"/>
              <a:t>6</a:t>
            </a:fld>
            <a:endParaRPr lang="en-US"/>
          </a:p>
        </p:txBody>
      </p:sp>
    </p:spTree>
    <p:extLst>
      <p:ext uri="{BB962C8B-B14F-4D97-AF65-F5344CB8AC3E}">
        <p14:creationId xmlns:p14="http://schemas.microsoft.com/office/powerpoint/2010/main" val="2003005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students have time after the practical, they can do this simple pieces of research and/or complete the C7.5 </a:t>
            </a:r>
            <a:r>
              <a:rPr lang="en-GB" i="1" dirty="0"/>
              <a:t>Interactive: Circuit symbols </a:t>
            </a:r>
            <a:r>
              <a:rPr lang="en-GB" dirty="0"/>
              <a:t>activity. Alternatively, this activity could be set as extra, optional or alternative homework.</a:t>
            </a:r>
          </a:p>
          <a:p>
            <a:endParaRPr lang="en-GB" dirty="0"/>
          </a:p>
        </p:txBody>
      </p:sp>
      <p:sp>
        <p:nvSpPr>
          <p:cNvPr id="4" name="Slide Number Placeholder 3"/>
          <p:cNvSpPr>
            <a:spLocks noGrp="1"/>
          </p:cNvSpPr>
          <p:nvPr>
            <p:ph type="sldNum" sz="quarter" idx="5"/>
          </p:nvPr>
        </p:nvSpPr>
        <p:spPr/>
        <p:txBody>
          <a:bodyPr/>
          <a:lstStyle/>
          <a:p>
            <a:fld id="{C39800F1-6442-8743-BA9D-5B71BBBFC051}" type="slidenum">
              <a:rPr lang="en-US" smtClean="0"/>
              <a:t>7</a:t>
            </a:fld>
            <a:endParaRPr lang="en-US"/>
          </a:p>
        </p:txBody>
      </p:sp>
    </p:spTree>
    <p:extLst>
      <p:ext uri="{BB962C8B-B14F-4D97-AF65-F5344CB8AC3E}">
        <p14:creationId xmlns:p14="http://schemas.microsoft.com/office/powerpoint/2010/main" val="4031878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diagram shows a zinc-carbon dry cell battery which produces a voltage of about 1.5 V but cannot be recharged and is likely to leak if left in an appliance for a long period of time.</a:t>
            </a:r>
          </a:p>
          <a:p>
            <a:r>
              <a:rPr lang="en-GB" dirty="0"/>
              <a:t>If there is time before students tackle the activities described in the teacher guide run through these questions as a whole-class activity to assess students’ understanding and application of energy changes.</a:t>
            </a:r>
          </a:p>
          <a:p>
            <a:r>
              <a:rPr lang="en-GB" dirty="0"/>
              <a:t>If you have time this could be done as a quick quiz using mini-whiteboards.</a:t>
            </a:r>
          </a:p>
          <a:p>
            <a:r>
              <a:rPr lang="en-GB" b="1" dirty="0"/>
              <a:t>Answers</a:t>
            </a:r>
          </a:p>
          <a:p>
            <a:pPr marL="228600" indent="-228600">
              <a:buFont typeface="+mj-lt"/>
              <a:buAutoNum type="arabicPeriod"/>
            </a:pPr>
            <a:r>
              <a:rPr lang="en-GB" b="0" dirty="0"/>
              <a:t>Non-rechargeable batteries can only be used once as the chemicals get used up. Rechargeable batteries can be used many times as the chemical reaction can be reversed when an external current is run through the cell.</a:t>
            </a:r>
          </a:p>
          <a:p>
            <a:pPr marL="228600" indent="-228600">
              <a:buFont typeface="+mj-lt"/>
              <a:buAutoNum type="arabicPeriod"/>
            </a:pPr>
            <a:r>
              <a:rPr lang="en-GB" b="0" dirty="0"/>
              <a:t>A battery is more than one cell connected in series, a cell is just made by connecting two different metals in contact with an electrolyte.</a:t>
            </a:r>
          </a:p>
          <a:p>
            <a:pPr marL="228600" indent="-228600">
              <a:buFont typeface="+mj-lt"/>
              <a:buAutoNum type="arabicPeriod"/>
            </a:pPr>
            <a:r>
              <a:rPr lang="en-GB" b="0" dirty="0"/>
              <a:t>Supply an external current and the chemical reactions are reversed.</a:t>
            </a:r>
          </a:p>
        </p:txBody>
      </p:sp>
      <p:sp>
        <p:nvSpPr>
          <p:cNvPr id="4" name="Slide Number Placeholder 3"/>
          <p:cNvSpPr>
            <a:spLocks noGrp="1"/>
          </p:cNvSpPr>
          <p:nvPr>
            <p:ph type="sldNum" sz="quarter" idx="5"/>
          </p:nvPr>
        </p:nvSpPr>
        <p:spPr/>
        <p:txBody>
          <a:bodyPr/>
          <a:lstStyle/>
          <a:p>
            <a:fld id="{C39800F1-6442-8743-BA9D-5B71BBBFC051}" type="slidenum">
              <a:rPr lang="en-US" smtClean="0"/>
              <a:t>8</a:t>
            </a:fld>
            <a:endParaRPr lang="en-US"/>
          </a:p>
        </p:txBody>
      </p:sp>
    </p:spTree>
    <p:extLst>
      <p:ext uri="{BB962C8B-B14F-4D97-AF65-F5344CB8AC3E}">
        <p14:creationId xmlns:p14="http://schemas.microsoft.com/office/powerpoint/2010/main" val="3261580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Alkaline batteries are examples of non-rechargeable cells.</a:t>
            </a:r>
          </a:p>
          <a:p>
            <a:r>
              <a:rPr lang="en-GB" b="0" dirty="0"/>
              <a:t>Batteries in mobile phones, lead-acid batteries (in cars) are common examples of rechargeable batteries.</a:t>
            </a:r>
          </a:p>
          <a:p>
            <a:r>
              <a:rPr lang="en-GB" b="0" dirty="0"/>
              <a:t>Non-rechargeable batteries work until one of the reactants is used up and so the chemical reactions stops. </a:t>
            </a:r>
          </a:p>
          <a:p>
            <a:r>
              <a:rPr lang="en-GB" b="0" dirty="0"/>
              <a:t>Rechargeable cells and batteries can be used many times as when the chemical reaction is completed, an external current can be applied and the chemical reaction can be reversed.  This allows the chemical reactions to take place again in the battery and release electricity. </a:t>
            </a:r>
          </a:p>
          <a:p>
            <a:endParaRPr lang="en-GB" b="0" dirty="0"/>
          </a:p>
        </p:txBody>
      </p:sp>
      <p:sp>
        <p:nvSpPr>
          <p:cNvPr id="4" name="Slide Number Placeholder 3"/>
          <p:cNvSpPr>
            <a:spLocks noGrp="1"/>
          </p:cNvSpPr>
          <p:nvPr>
            <p:ph type="sldNum" sz="quarter" idx="5"/>
          </p:nvPr>
        </p:nvSpPr>
        <p:spPr/>
        <p:txBody>
          <a:bodyPr/>
          <a:lstStyle/>
          <a:p>
            <a:fld id="{C39800F1-6442-8743-BA9D-5B71BBBFC051}" type="slidenum">
              <a:rPr lang="en-US" smtClean="0"/>
              <a:t>9</a:t>
            </a:fld>
            <a:endParaRPr lang="en-US"/>
          </a:p>
        </p:txBody>
      </p:sp>
    </p:spTree>
    <p:extLst>
      <p:ext uri="{BB962C8B-B14F-4D97-AF65-F5344CB8AC3E}">
        <p14:creationId xmlns:p14="http://schemas.microsoft.com/office/powerpoint/2010/main" val="41161105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7000"/>
              </a:lnSpc>
              <a:spcAft>
                <a:spcPts val="800"/>
              </a:spcAft>
              <a:buFont typeface="+mj-lt"/>
              <a:buNone/>
            </a:pPr>
            <a:endParaRPr lang="en-US"/>
          </a:p>
        </p:txBody>
      </p:sp>
      <p:sp>
        <p:nvSpPr>
          <p:cNvPr id="4" name="Slide Number Placeholder 3"/>
          <p:cNvSpPr>
            <a:spLocks noGrp="1"/>
          </p:cNvSpPr>
          <p:nvPr>
            <p:ph type="sldNum" sz="quarter" idx="5"/>
          </p:nvPr>
        </p:nvSpPr>
        <p:spPr/>
        <p:txBody>
          <a:bodyPr/>
          <a:lstStyle/>
          <a:p>
            <a:fld id="{C39800F1-6442-8743-BA9D-5B71BBBFC051}" type="slidenum">
              <a:rPr lang="en-US" smtClean="0"/>
              <a:t>11</a:t>
            </a:fld>
            <a:endParaRPr lang="en-US"/>
          </a:p>
        </p:txBody>
      </p:sp>
    </p:spTree>
    <p:extLst>
      <p:ext uri="{BB962C8B-B14F-4D97-AF65-F5344CB8AC3E}">
        <p14:creationId xmlns:p14="http://schemas.microsoft.com/office/powerpoint/2010/main" val="41087935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7000"/>
              </a:lnSpc>
              <a:spcAft>
                <a:spcPts val="800"/>
              </a:spcAft>
              <a:buFont typeface="+mj-lt"/>
              <a:buNone/>
            </a:pPr>
            <a:endParaRPr lang="en-US"/>
          </a:p>
        </p:txBody>
      </p:sp>
      <p:sp>
        <p:nvSpPr>
          <p:cNvPr id="4" name="Slide Number Placeholder 3"/>
          <p:cNvSpPr>
            <a:spLocks noGrp="1"/>
          </p:cNvSpPr>
          <p:nvPr>
            <p:ph type="sldNum" sz="quarter" idx="5"/>
          </p:nvPr>
        </p:nvSpPr>
        <p:spPr/>
        <p:txBody>
          <a:bodyPr/>
          <a:lstStyle/>
          <a:p>
            <a:fld id="{C39800F1-6442-8743-BA9D-5B71BBBFC051}" type="slidenum">
              <a:rPr lang="en-US" smtClean="0"/>
              <a:t>12</a:t>
            </a:fld>
            <a:endParaRPr lang="en-US"/>
          </a:p>
        </p:txBody>
      </p:sp>
    </p:spTree>
    <p:extLst>
      <p:ext uri="{BB962C8B-B14F-4D97-AF65-F5344CB8AC3E}">
        <p14:creationId xmlns:p14="http://schemas.microsoft.com/office/powerpoint/2010/main" val="1425638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7000"/>
              </a:lnSpc>
              <a:spcAft>
                <a:spcPts val="800"/>
              </a:spcAft>
              <a:buFont typeface="+mj-lt"/>
              <a:buNone/>
            </a:pPr>
            <a:endParaRPr lang="en-US"/>
          </a:p>
        </p:txBody>
      </p:sp>
      <p:sp>
        <p:nvSpPr>
          <p:cNvPr id="4" name="Slide Number Placeholder 3"/>
          <p:cNvSpPr>
            <a:spLocks noGrp="1"/>
          </p:cNvSpPr>
          <p:nvPr>
            <p:ph type="sldNum" sz="quarter" idx="5"/>
          </p:nvPr>
        </p:nvSpPr>
        <p:spPr/>
        <p:txBody>
          <a:bodyPr/>
          <a:lstStyle/>
          <a:p>
            <a:fld id="{C39800F1-6442-8743-BA9D-5B71BBBFC051}" type="slidenum">
              <a:rPr lang="en-US" smtClean="0"/>
              <a:t>13</a:t>
            </a:fld>
            <a:endParaRPr lang="en-US"/>
          </a:p>
        </p:txBody>
      </p:sp>
    </p:spTree>
    <p:extLst>
      <p:ext uri="{BB962C8B-B14F-4D97-AF65-F5344CB8AC3E}">
        <p14:creationId xmlns:p14="http://schemas.microsoft.com/office/powerpoint/2010/main" val="481822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7000"/>
              </a:lnSpc>
              <a:spcAft>
                <a:spcPts val="800"/>
              </a:spcAft>
              <a:buFont typeface="+mj-lt"/>
              <a:buNone/>
            </a:pPr>
            <a:endParaRPr lang="en-US"/>
          </a:p>
        </p:txBody>
      </p:sp>
      <p:sp>
        <p:nvSpPr>
          <p:cNvPr id="4" name="Slide Number Placeholder 3"/>
          <p:cNvSpPr>
            <a:spLocks noGrp="1"/>
          </p:cNvSpPr>
          <p:nvPr>
            <p:ph type="sldNum" sz="quarter" idx="5"/>
          </p:nvPr>
        </p:nvSpPr>
        <p:spPr/>
        <p:txBody>
          <a:bodyPr/>
          <a:lstStyle/>
          <a:p>
            <a:fld id="{C39800F1-6442-8743-BA9D-5B71BBBFC051}" type="slidenum">
              <a:rPr lang="en-US" smtClean="0"/>
              <a:t>14</a:t>
            </a:fld>
            <a:endParaRPr lang="en-US"/>
          </a:p>
        </p:txBody>
      </p:sp>
    </p:spTree>
    <p:extLst>
      <p:ext uri="{BB962C8B-B14F-4D97-AF65-F5344CB8AC3E}">
        <p14:creationId xmlns:p14="http://schemas.microsoft.com/office/powerpoint/2010/main" val="14494639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GB" dirty="0"/>
              <a:t>2H</a:t>
            </a:r>
            <a:r>
              <a:rPr lang="en-GB" baseline="-25000" dirty="0"/>
              <a:t>2</a:t>
            </a:r>
            <a:r>
              <a:rPr lang="en-GB" dirty="0"/>
              <a:t>O</a:t>
            </a:r>
          </a:p>
          <a:p>
            <a:pPr marL="228600" indent="-228600">
              <a:buFont typeface="+mj-lt"/>
              <a:buAutoNum type="arabicPeriod"/>
            </a:pPr>
            <a:r>
              <a:rPr lang="en-GB" dirty="0"/>
              <a:t>Doesn’t give out any pollutants / only water whereas petrol and diesel pollute the atmosphere / give out carbon dioxide</a:t>
            </a:r>
          </a:p>
          <a:p>
            <a:pPr marL="228600" indent="-228600">
              <a:buFont typeface="+mj-lt"/>
              <a:buAutoNum type="arabicPeriod"/>
            </a:pPr>
            <a:r>
              <a:rPr lang="en-GB" dirty="0"/>
              <a:t>Highly flammable / produced sometimes by non-renewable sources / difficult to store</a:t>
            </a:r>
          </a:p>
          <a:p>
            <a:endParaRPr lang="en-US" dirty="0"/>
          </a:p>
        </p:txBody>
      </p:sp>
      <p:sp>
        <p:nvSpPr>
          <p:cNvPr id="4" name="Slide Number Placeholder 3"/>
          <p:cNvSpPr>
            <a:spLocks noGrp="1"/>
          </p:cNvSpPr>
          <p:nvPr>
            <p:ph type="sldNum" sz="quarter" idx="5"/>
          </p:nvPr>
        </p:nvSpPr>
        <p:spPr/>
        <p:txBody>
          <a:bodyPr/>
          <a:lstStyle/>
          <a:p>
            <a:fld id="{C39800F1-6442-8743-BA9D-5B71BBBFC051}" type="slidenum">
              <a:rPr lang="en-US" smtClean="0"/>
              <a:t>15</a:t>
            </a:fld>
            <a:endParaRPr lang="en-US"/>
          </a:p>
        </p:txBody>
      </p:sp>
    </p:spTree>
    <p:extLst>
      <p:ext uri="{BB962C8B-B14F-4D97-AF65-F5344CB8AC3E}">
        <p14:creationId xmlns:p14="http://schemas.microsoft.com/office/powerpoint/2010/main" val="41087935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Using a fuel cell can electrochemically oxidise hydrogen rather than it undergoing a combustion reaction. This is more controlled and has a higher efficiency (more of the stored chemical energy from the hydrogen fuel is transferred into useful energy and less is wasted by heating the surroundings).</a:t>
            </a:r>
            <a:endParaRPr lang="en-US" dirty="0"/>
          </a:p>
        </p:txBody>
      </p:sp>
      <p:sp>
        <p:nvSpPr>
          <p:cNvPr id="4" name="Slide Number Placeholder 3"/>
          <p:cNvSpPr>
            <a:spLocks noGrp="1"/>
          </p:cNvSpPr>
          <p:nvPr>
            <p:ph type="sldNum" sz="quarter" idx="5"/>
          </p:nvPr>
        </p:nvSpPr>
        <p:spPr/>
        <p:txBody>
          <a:bodyPr/>
          <a:lstStyle/>
          <a:p>
            <a:fld id="{C39800F1-6442-8743-BA9D-5B71BBBFC051}" type="slidenum">
              <a:rPr lang="en-US" smtClean="0"/>
              <a:t>16</a:t>
            </a:fld>
            <a:endParaRPr lang="en-US"/>
          </a:p>
        </p:txBody>
      </p:sp>
    </p:spTree>
    <p:extLst>
      <p:ext uri="{BB962C8B-B14F-4D97-AF65-F5344CB8AC3E}">
        <p14:creationId xmlns:p14="http://schemas.microsoft.com/office/powerpoint/2010/main" val="2103781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Specifications:</a:t>
            </a:r>
          </a:p>
          <a:p>
            <a:r>
              <a:rPr lang="en-GB" b="1" dirty="0"/>
              <a:t>4.5.2.2,  WS 1.4</a:t>
            </a:r>
          </a:p>
          <a:p>
            <a:r>
              <a:rPr lang="en-GB" dirty="0"/>
              <a:t>Differentiate the learning objectives based on the ability of the students:</a:t>
            </a:r>
          </a:p>
          <a:p>
            <a:pPr marL="171450" indent="-171450">
              <a:buFont typeface="Arial" panose="020B0604020202020204" pitchFamily="34" charset="0"/>
              <a:buChar char="•"/>
            </a:pPr>
            <a:r>
              <a:rPr lang="en-GB" dirty="0"/>
              <a:t>Explain how a hydrogen fuel cell produces electricity.</a:t>
            </a:r>
          </a:p>
          <a:p>
            <a:pPr marL="171450" indent="-171450">
              <a:buFont typeface="Arial" panose="020B0604020202020204" pitchFamily="34" charset="0"/>
              <a:buChar char="•"/>
            </a:pPr>
            <a:r>
              <a:rPr lang="en-GB" dirty="0"/>
              <a:t>List the advantages and disadvantages of hydrogen fuel cells.</a:t>
            </a:r>
          </a:p>
          <a:p>
            <a:endParaRPr lang="en-GB" dirty="0"/>
          </a:p>
        </p:txBody>
      </p:sp>
      <p:sp>
        <p:nvSpPr>
          <p:cNvPr id="4" name="Slide Number Placeholder 3"/>
          <p:cNvSpPr>
            <a:spLocks noGrp="1"/>
          </p:cNvSpPr>
          <p:nvPr>
            <p:ph type="sldNum" sz="quarter" idx="5"/>
          </p:nvPr>
        </p:nvSpPr>
        <p:spPr/>
        <p:txBody>
          <a:bodyPr/>
          <a:lstStyle/>
          <a:p>
            <a:fld id="{C39800F1-6442-8743-BA9D-5B71BBBFC051}" type="slidenum">
              <a:rPr lang="en-US" smtClean="0"/>
              <a:t>17</a:t>
            </a:fld>
            <a:endParaRPr lang="en-US"/>
          </a:p>
        </p:txBody>
      </p:sp>
    </p:spTree>
    <p:extLst>
      <p:ext uri="{BB962C8B-B14F-4D97-AF65-F5344CB8AC3E}">
        <p14:creationId xmlns:p14="http://schemas.microsoft.com/office/powerpoint/2010/main" val="38472705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Use this example to recap key points with students before moving on the main exposition.</a:t>
            </a:r>
          </a:p>
          <a:p>
            <a:pPr>
              <a:spcAft>
                <a:spcPts val="600"/>
              </a:spcAft>
            </a:pPr>
            <a:r>
              <a:rPr lang="en-GB" sz="1200" b="1" dirty="0">
                <a:effectLst/>
                <a:latin typeface="Calibri" panose="020F0502020204030204" pitchFamily="34" charset="0"/>
                <a:ea typeface="Calibri" panose="020F0502020204030204" pitchFamily="34" charset="0"/>
                <a:cs typeface="Times New Roman" panose="02020603050405020304" pitchFamily="18" charset="0"/>
              </a:rPr>
              <a:t>Answers</a:t>
            </a:r>
          </a:p>
          <a:p>
            <a:pPr>
              <a:spcAft>
                <a:spcPts val="6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The word equation is: hydrogen + oxygen </a:t>
            </a:r>
            <a:r>
              <a:rPr lang="en-GB" sz="1200" dirty="0">
                <a:effectLst/>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lang="en-GB" sz="1200" dirty="0">
                <a:effectLst/>
                <a:latin typeface="Calibri" panose="020F0502020204030204" pitchFamily="34" charset="0"/>
                <a:ea typeface="Calibri" panose="020F0502020204030204" pitchFamily="34" charset="0"/>
                <a:cs typeface="Times New Roman" panose="02020603050405020304" pitchFamily="18" charset="0"/>
              </a:rPr>
              <a:t> water</a:t>
            </a:r>
          </a:p>
          <a:p>
            <a:pPr>
              <a:spcAft>
                <a:spcPts val="6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The balanced symbol equation is: 2H</a:t>
            </a:r>
            <a:r>
              <a:rPr lang="en-GB" sz="1200"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en-GB" sz="1200" dirty="0">
                <a:effectLst/>
                <a:latin typeface="Calibri" panose="020F0502020204030204" pitchFamily="34" charset="0"/>
                <a:ea typeface="Calibri" panose="020F0502020204030204" pitchFamily="34" charset="0"/>
                <a:cs typeface="Times New Roman" panose="02020603050405020304" pitchFamily="18" charset="0"/>
              </a:rPr>
              <a:t> + O</a:t>
            </a:r>
            <a:r>
              <a:rPr lang="en-GB" sz="1200"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en-GB" sz="1200" dirty="0">
                <a:effectLst/>
                <a:latin typeface="Calibri" panose="020F0502020204030204" pitchFamily="34" charset="0"/>
                <a:ea typeface="Calibri" panose="020F0502020204030204" pitchFamily="34" charset="0"/>
                <a:cs typeface="Times New Roman" panose="02020603050405020304" pitchFamily="18" charset="0"/>
              </a:rPr>
              <a:t> </a:t>
            </a:r>
            <a:r>
              <a:rPr lang="en-GB" sz="1200" dirty="0">
                <a:effectLst/>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lang="en-GB" sz="1200" dirty="0">
                <a:effectLst/>
                <a:latin typeface="Calibri" panose="020F0502020204030204" pitchFamily="34" charset="0"/>
                <a:ea typeface="Calibri" panose="020F0502020204030204" pitchFamily="34" charset="0"/>
                <a:cs typeface="Times New Roman" panose="02020603050405020304" pitchFamily="18" charset="0"/>
              </a:rPr>
              <a:t> 2H</a:t>
            </a:r>
            <a:r>
              <a:rPr lang="en-GB" sz="1200"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en-GB" sz="1200" dirty="0">
                <a:effectLst/>
                <a:latin typeface="Calibri" panose="020F0502020204030204" pitchFamily="34" charset="0"/>
                <a:ea typeface="Calibri" panose="020F0502020204030204" pitchFamily="34" charset="0"/>
                <a:cs typeface="Times New Roman" panose="02020603050405020304" pitchFamily="18" charset="0"/>
              </a:rPr>
              <a:t>O</a:t>
            </a:r>
            <a:endParaRPr lang="en-GB" sz="1200" dirty="0"/>
          </a:p>
        </p:txBody>
      </p:sp>
      <p:sp>
        <p:nvSpPr>
          <p:cNvPr id="4" name="Slide Number Placeholder 3"/>
          <p:cNvSpPr>
            <a:spLocks noGrp="1"/>
          </p:cNvSpPr>
          <p:nvPr>
            <p:ph type="sldNum" sz="quarter" idx="5"/>
          </p:nvPr>
        </p:nvSpPr>
        <p:spPr/>
        <p:txBody>
          <a:bodyPr/>
          <a:lstStyle/>
          <a:p>
            <a:fld id="{C39800F1-6442-8743-BA9D-5B71BBBFC051}" type="slidenum">
              <a:rPr lang="en-US" smtClean="0"/>
              <a:t>18</a:t>
            </a:fld>
            <a:endParaRPr lang="en-US"/>
          </a:p>
        </p:txBody>
      </p:sp>
    </p:spTree>
    <p:extLst>
      <p:ext uri="{BB962C8B-B14F-4D97-AF65-F5344CB8AC3E}">
        <p14:creationId xmlns:p14="http://schemas.microsoft.com/office/powerpoint/2010/main" val="10292483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sheet could be used as a homework activity.</a:t>
            </a:r>
          </a:p>
          <a:p>
            <a:r>
              <a:rPr lang="en-GB" dirty="0"/>
              <a:t>The questions become more demanding so you can differentiate by allowing students to choose, or be asked to complete, only certain questions.</a:t>
            </a:r>
          </a:p>
          <a:p>
            <a:r>
              <a:rPr lang="en-GB" dirty="0"/>
              <a:t>Fuel cells are fed with an external source of fuel (e.g., hydrogen), plus oxygen or air.</a:t>
            </a:r>
          </a:p>
          <a:p>
            <a:r>
              <a:rPr lang="en-GB" dirty="0"/>
              <a:t>The fuel is oxidised electrochemically within the fuel cell to produce a voltage.</a:t>
            </a:r>
          </a:p>
          <a:p>
            <a:r>
              <a:rPr lang="en-GB" dirty="0"/>
              <a:t>The electricity provided by the fuel cell can be used to run an electric vehicle or to power other equipment.</a:t>
            </a:r>
          </a:p>
          <a:p>
            <a:endParaRPr lang="en-GB" dirty="0"/>
          </a:p>
        </p:txBody>
      </p:sp>
      <p:sp>
        <p:nvSpPr>
          <p:cNvPr id="4" name="Slide Number Placeholder 3"/>
          <p:cNvSpPr>
            <a:spLocks noGrp="1"/>
          </p:cNvSpPr>
          <p:nvPr>
            <p:ph type="sldNum" sz="quarter" idx="5"/>
          </p:nvPr>
        </p:nvSpPr>
        <p:spPr/>
        <p:txBody>
          <a:bodyPr/>
          <a:lstStyle/>
          <a:p>
            <a:fld id="{C39800F1-6442-8743-BA9D-5B71BBBFC051}" type="slidenum">
              <a:rPr lang="en-US" smtClean="0"/>
              <a:t>20</a:t>
            </a:fld>
            <a:endParaRPr lang="en-US"/>
          </a:p>
        </p:txBody>
      </p:sp>
    </p:spTree>
    <p:extLst>
      <p:ext uri="{BB962C8B-B14F-4D97-AF65-F5344CB8AC3E}">
        <p14:creationId xmlns:p14="http://schemas.microsoft.com/office/powerpoint/2010/main" val="10640703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there is time before students tackle the activities described in the next slide, run through these questions as a whole-class activity to assess students</a:t>
            </a:r>
            <a:r>
              <a:rPr lang="en-GB"/>
              <a:t>’ understanding.</a:t>
            </a:r>
            <a:endParaRPr lang="en-GB" dirty="0"/>
          </a:p>
          <a:p>
            <a:r>
              <a:rPr lang="en-GB" dirty="0"/>
              <a:t>If you have time this could be done as a quick quiz using mini-whiteboards.</a:t>
            </a:r>
          </a:p>
          <a:p>
            <a:r>
              <a:rPr lang="en-GB" b="1" dirty="0"/>
              <a:t>Answers</a:t>
            </a:r>
          </a:p>
          <a:p>
            <a:pPr marL="228600" indent="-228600">
              <a:buFont typeface="+mj-lt"/>
              <a:buAutoNum type="arabicPeriod"/>
            </a:pPr>
            <a:r>
              <a:rPr lang="en-GB" dirty="0"/>
              <a:t>100% atom economy, hydrogen readily available, only water is mad, renewable, no need to electrically.</a:t>
            </a:r>
          </a:p>
          <a:p>
            <a:pPr marL="228600" indent="-228600">
              <a:buFont typeface="+mj-lt"/>
              <a:buAutoNum type="arabicPeriod"/>
            </a:pPr>
            <a:r>
              <a:rPr lang="en-GB" dirty="0"/>
              <a:t>Hydrogen is difficult to store, expensive, often hydrogen has to be made with fossil fuels, explosive/highly flammable.</a:t>
            </a:r>
          </a:p>
          <a:p>
            <a:pPr marL="228600" indent="-228600">
              <a:buFont typeface="+mj-lt"/>
              <a:buAutoNum type="arabicPeriod"/>
            </a:pPr>
            <a:r>
              <a:rPr lang="en-GB" dirty="0"/>
              <a:t>Oxidation/REDOX/electrochemical oxidation</a:t>
            </a:r>
          </a:p>
          <a:p>
            <a:endParaRPr lang="en-GB" dirty="0"/>
          </a:p>
        </p:txBody>
      </p:sp>
      <p:sp>
        <p:nvSpPr>
          <p:cNvPr id="4" name="Slide Number Placeholder 3"/>
          <p:cNvSpPr>
            <a:spLocks noGrp="1"/>
          </p:cNvSpPr>
          <p:nvPr>
            <p:ph type="sldNum" sz="quarter" idx="5"/>
          </p:nvPr>
        </p:nvSpPr>
        <p:spPr/>
        <p:txBody>
          <a:bodyPr/>
          <a:lstStyle/>
          <a:p>
            <a:fld id="{C39800F1-6442-8743-BA9D-5B71BBBFC051}" type="slidenum">
              <a:rPr lang="en-US" smtClean="0"/>
              <a:t>22</a:t>
            </a:fld>
            <a:endParaRPr lang="en-US"/>
          </a:p>
        </p:txBody>
      </p:sp>
    </p:spTree>
    <p:extLst>
      <p:ext uri="{BB962C8B-B14F-4D97-AF65-F5344CB8AC3E}">
        <p14:creationId xmlns:p14="http://schemas.microsoft.com/office/powerpoint/2010/main" val="38666708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Students can use the </a:t>
            </a:r>
            <a:r>
              <a:rPr lang="en-GB" i="1" dirty="0"/>
              <a:t>Is hydrogen the perfect fuel? </a:t>
            </a:r>
            <a:r>
              <a:rPr lang="en-GB" i="0" dirty="0"/>
              <a:t>WebQuest</a:t>
            </a:r>
            <a:r>
              <a:rPr lang="en-GB" i="1" dirty="0"/>
              <a:t> </a:t>
            </a:r>
            <a:r>
              <a:rPr lang="en-GB" dirty="0"/>
              <a:t>to guide them in this task.</a:t>
            </a:r>
          </a:p>
          <a:p>
            <a:r>
              <a:rPr lang="en-GB" dirty="0"/>
              <a:t>Students should complete the research and write a balanced article.</a:t>
            </a:r>
          </a:p>
          <a:p>
            <a:r>
              <a:rPr lang="en-GB" dirty="0"/>
              <a:t>They should conclude that hydrogen is the most plentiful element in the universe.</a:t>
            </a:r>
          </a:p>
          <a:p>
            <a:r>
              <a:rPr lang="en-GB" dirty="0"/>
              <a:t>It also makes an excellent fuel because it burns well and produces only water.</a:t>
            </a:r>
          </a:p>
          <a:p>
            <a:r>
              <a:rPr lang="en-GB" dirty="0"/>
              <a:t>Obtaining and storing hydrogen is difficult, even though there is so much of it.</a:t>
            </a:r>
          </a:p>
          <a:p>
            <a:r>
              <a:rPr lang="en-GB" dirty="0"/>
              <a:t>Hydrogen fuel cells appear to be favourable in terms of energy densities and greenhouse emissions but would need huge infrastructures to be in place before they could be used globally.</a:t>
            </a:r>
          </a:p>
        </p:txBody>
      </p:sp>
      <p:sp>
        <p:nvSpPr>
          <p:cNvPr id="4" name="Slide Number Placeholder 3"/>
          <p:cNvSpPr>
            <a:spLocks noGrp="1"/>
          </p:cNvSpPr>
          <p:nvPr>
            <p:ph type="sldNum" sz="quarter" idx="5"/>
          </p:nvPr>
        </p:nvSpPr>
        <p:spPr/>
        <p:txBody>
          <a:bodyPr/>
          <a:lstStyle/>
          <a:p>
            <a:fld id="{C39800F1-6442-8743-BA9D-5B71BBBFC051}" type="slidenum">
              <a:rPr lang="en-US" smtClean="0"/>
              <a:t>23</a:t>
            </a:fld>
            <a:endParaRPr lang="en-US"/>
          </a:p>
        </p:txBody>
      </p:sp>
    </p:spTree>
    <p:extLst>
      <p:ext uri="{BB962C8B-B14F-4D97-AF65-F5344CB8AC3E}">
        <p14:creationId xmlns:p14="http://schemas.microsoft.com/office/powerpoint/2010/main" val="10860161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7000"/>
              </a:lnSpc>
              <a:spcAft>
                <a:spcPts val="800"/>
              </a:spcAft>
              <a:buFont typeface="+mj-lt"/>
              <a:buNone/>
            </a:pPr>
            <a:endParaRPr lang="en-US"/>
          </a:p>
        </p:txBody>
      </p:sp>
      <p:sp>
        <p:nvSpPr>
          <p:cNvPr id="4" name="Slide Number Placeholder 3"/>
          <p:cNvSpPr>
            <a:spLocks noGrp="1"/>
          </p:cNvSpPr>
          <p:nvPr>
            <p:ph type="sldNum" sz="quarter" idx="5"/>
          </p:nvPr>
        </p:nvSpPr>
        <p:spPr/>
        <p:txBody>
          <a:bodyPr/>
          <a:lstStyle/>
          <a:p>
            <a:fld id="{C39800F1-6442-8743-BA9D-5B71BBBFC051}" type="slidenum">
              <a:rPr lang="en-US" smtClean="0"/>
              <a:t>25</a:t>
            </a:fld>
            <a:endParaRPr lang="en-US"/>
          </a:p>
        </p:txBody>
      </p:sp>
    </p:spTree>
    <p:extLst>
      <p:ext uri="{BB962C8B-B14F-4D97-AF65-F5344CB8AC3E}">
        <p14:creationId xmlns:p14="http://schemas.microsoft.com/office/powerpoint/2010/main" val="41087935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7000"/>
              </a:lnSpc>
              <a:spcAft>
                <a:spcPts val="800"/>
              </a:spcAft>
              <a:buFont typeface="+mj-lt"/>
              <a:buNone/>
            </a:pPr>
            <a:endParaRPr lang="en-US"/>
          </a:p>
        </p:txBody>
      </p:sp>
      <p:sp>
        <p:nvSpPr>
          <p:cNvPr id="4" name="Slide Number Placeholder 3"/>
          <p:cNvSpPr>
            <a:spLocks noGrp="1"/>
          </p:cNvSpPr>
          <p:nvPr>
            <p:ph type="sldNum" sz="quarter" idx="5"/>
          </p:nvPr>
        </p:nvSpPr>
        <p:spPr/>
        <p:txBody>
          <a:bodyPr/>
          <a:lstStyle/>
          <a:p>
            <a:fld id="{C39800F1-6442-8743-BA9D-5B71BBBFC051}" type="slidenum">
              <a:rPr lang="en-US" smtClean="0"/>
              <a:t>26</a:t>
            </a:fld>
            <a:endParaRPr lang="en-US"/>
          </a:p>
        </p:txBody>
      </p:sp>
    </p:spTree>
    <p:extLst>
      <p:ext uri="{BB962C8B-B14F-4D97-AF65-F5344CB8AC3E}">
        <p14:creationId xmlns:p14="http://schemas.microsoft.com/office/powerpoint/2010/main" val="3995743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7000"/>
              </a:lnSpc>
              <a:spcAft>
                <a:spcPts val="800"/>
              </a:spcAft>
              <a:buFont typeface="+mj-lt"/>
              <a:buNone/>
            </a:pPr>
            <a:endParaRPr lang="en-US"/>
          </a:p>
        </p:txBody>
      </p:sp>
      <p:sp>
        <p:nvSpPr>
          <p:cNvPr id="4" name="Slide Number Placeholder 3"/>
          <p:cNvSpPr>
            <a:spLocks noGrp="1"/>
          </p:cNvSpPr>
          <p:nvPr>
            <p:ph type="sldNum" sz="quarter" idx="5"/>
          </p:nvPr>
        </p:nvSpPr>
        <p:spPr/>
        <p:txBody>
          <a:bodyPr/>
          <a:lstStyle/>
          <a:p>
            <a:fld id="{C39800F1-6442-8743-BA9D-5B71BBBFC051}" type="slidenum">
              <a:rPr lang="en-US" smtClean="0"/>
              <a:t>27</a:t>
            </a:fld>
            <a:endParaRPr lang="en-US"/>
          </a:p>
        </p:txBody>
      </p:sp>
    </p:spTree>
    <p:extLst>
      <p:ext uri="{BB962C8B-B14F-4D97-AF65-F5344CB8AC3E}">
        <p14:creationId xmlns:p14="http://schemas.microsoft.com/office/powerpoint/2010/main" val="4818228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7000"/>
              </a:lnSpc>
              <a:spcAft>
                <a:spcPts val="800"/>
              </a:spcAft>
              <a:buFont typeface="+mj-lt"/>
              <a:buNone/>
            </a:pPr>
            <a:endParaRPr lang="en-US"/>
          </a:p>
        </p:txBody>
      </p:sp>
      <p:sp>
        <p:nvSpPr>
          <p:cNvPr id="4" name="Slide Number Placeholder 3"/>
          <p:cNvSpPr>
            <a:spLocks noGrp="1"/>
          </p:cNvSpPr>
          <p:nvPr>
            <p:ph type="sldNum" sz="quarter" idx="5"/>
          </p:nvPr>
        </p:nvSpPr>
        <p:spPr/>
        <p:txBody>
          <a:bodyPr/>
          <a:lstStyle/>
          <a:p>
            <a:fld id="{C39800F1-6442-8743-BA9D-5B71BBBFC051}" type="slidenum">
              <a:rPr lang="en-US" smtClean="0"/>
              <a:t>29</a:t>
            </a:fld>
            <a:endParaRPr lang="en-US"/>
          </a:p>
        </p:txBody>
      </p:sp>
    </p:spTree>
    <p:extLst>
      <p:ext uri="{BB962C8B-B14F-4D97-AF65-F5344CB8AC3E}">
        <p14:creationId xmlns:p14="http://schemas.microsoft.com/office/powerpoint/2010/main" val="14494639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0" name="Google Shape;10;p2"/>
          <p:cNvSpPr txBox="1">
            <a:spLocks noGrp="1"/>
          </p:cNvSpPr>
          <p:nvPr>
            <p:ph type="ctrTitle"/>
          </p:nvPr>
        </p:nvSpPr>
        <p:spPr>
          <a:xfrm>
            <a:off x="651641" y="1122363"/>
            <a:ext cx="10016359" cy="2387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5400"/>
              <a:buFont typeface="Avenir"/>
              <a:buNone/>
              <a:defRPr sz="5400" b="0" i="0">
                <a:solidFill>
                  <a:schemeClr val="dk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 name="Google Shape;11;p2"/>
          <p:cNvSpPr txBox="1">
            <a:spLocks noGrp="1"/>
          </p:cNvSpPr>
          <p:nvPr>
            <p:ph type="subTitle" idx="1"/>
          </p:nvPr>
        </p:nvSpPr>
        <p:spPr>
          <a:xfrm>
            <a:off x="651641" y="3602038"/>
            <a:ext cx="10016359" cy="16557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2"/>
              </a:buClr>
              <a:buSzPts val="2400"/>
              <a:buNone/>
              <a:defRPr sz="2400" b="0" i="0">
                <a:solidFill>
                  <a:schemeClr val="lt2"/>
                </a:solidFill>
                <a:latin typeface="Avenir"/>
                <a:ea typeface="Avenir"/>
                <a:cs typeface="Avenir"/>
                <a:sym typeface="Avenir"/>
              </a:defRPr>
            </a:lvl1pPr>
            <a:lvl2pPr lvl="1" algn="ctr">
              <a:lnSpc>
                <a:spcPct val="90000"/>
              </a:lnSpc>
              <a:spcBef>
                <a:spcPts val="500"/>
              </a:spcBef>
              <a:spcAft>
                <a:spcPts val="0"/>
              </a:spcAft>
              <a:buClr>
                <a:srgbClr val="57595A"/>
              </a:buClr>
              <a:buSzPts val="2000"/>
              <a:buNone/>
              <a:defRPr sz="2000"/>
            </a:lvl2pPr>
            <a:lvl3pPr lvl="2" algn="ctr">
              <a:lnSpc>
                <a:spcPct val="90000"/>
              </a:lnSpc>
              <a:spcBef>
                <a:spcPts val="500"/>
              </a:spcBef>
              <a:spcAft>
                <a:spcPts val="0"/>
              </a:spcAft>
              <a:buClr>
                <a:srgbClr val="57595A"/>
              </a:buClr>
              <a:buSzPts val="1800"/>
              <a:buNone/>
              <a:defRPr sz="1800"/>
            </a:lvl3pPr>
            <a:lvl4pPr lvl="3" algn="ctr">
              <a:lnSpc>
                <a:spcPct val="90000"/>
              </a:lnSpc>
              <a:spcBef>
                <a:spcPts val="500"/>
              </a:spcBef>
              <a:spcAft>
                <a:spcPts val="0"/>
              </a:spcAft>
              <a:buClr>
                <a:srgbClr val="57595A"/>
              </a:buClr>
              <a:buSzPts val="1600"/>
              <a:buNone/>
              <a:defRPr sz="1600"/>
            </a:lvl4pPr>
            <a:lvl5pPr lvl="4" algn="ctr">
              <a:lnSpc>
                <a:spcPct val="90000"/>
              </a:lnSpc>
              <a:spcBef>
                <a:spcPts val="500"/>
              </a:spcBef>
              <a:spcAft>
                <a:spcPts val="0"/>
              </a:spcAft>
              <a:buClr>
                <a:srgbClr val="57595A"/>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r>
              <a:rPr lang="en-US"/>
              <a:t>Click to edit Master subtitle style</a:t>
            </a:r>
            <a:endParaRPr/>
          </a:p>
        </p:txBody>
      </p:sp>
    </p:spTree>
    <p:extLst>
      <p:ext uri="{BB962C8B-B14F-4D97-AF65-F5344CB8AC3E}">
        <p14:creationId xmlns:p14="http://schemas.microsoft.com/office/powerpoint/2010/main" val="1194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2"/>
        <p:cNvGrpSpPr/>
        <p:nvPr/>
      </p:nvGrpSpPr>
      <p:grpSpPr>
        <a:xfrm>
          <a:off x="0" y="0"/>
          <a:ext cx="0" cy="0"/>
          <a:chOff x="0" y="0"/>
          <a:chExt cx="0" cy="0"/>
        </a:xfrm>
      </p:grpSpPr>
      <p:pic>
        <p:nvPicPr>
          <p:cNvPr id="13" name="Google Shape;13;p3"/>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4" name="Google Shape;14;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2"/>
              </a:buClr>
              <a:buSzPts val="4400"/>
              <a:buFont typeface="Avenir"/>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5" name="Google Shape;15;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57595A"/>
              </a:buClr>
              <a:buSzPts val="1800"/>
              <a:buChar char="•"/>
              <a:defRPr/>
            </a:lvl1pPr>
            <a:lvl2pPr marL="914400" lvl="1" indent="-342900" algn="l">
              <a:lnSpc>
                <a:spcPct val="90000"/>
              </a:lnSpc>
              <a:spcBef>
                <a:spcPts val="500"/>
              </a:spcBef>
              <a:spcAft>
                <a:spcPts val="0"/>
              </a:spcAft>
              <a:buClr>
                <a:srgbClr val="57595A"/>
              </a:buClr>
              <a:buSzPts val="1800"/>
              <a:buChar char="•"/>
              <a:defRPr/>
            </a:lvl2pPr>
            <a:lvl3pPr marL="1371600" lvl="2" indent="-342900" algn="l">
              <a:lnSpc>
                <a:spcPct val="90000"/>
              </a:lnSpc>
              <a:spcBef>
                <a:spcPts val="500"/>
              </a:spcBef>
              <a:spcAft>
                <a:spcPts val="0"/>
              </a:spcAft>
              <a:buClr>
                <a:srgbClr val="57595A"/>
              </a:buClr>
              <a:buSzPts val="1800"/>
              <a:buChar char="•"/>
              <a:defRPr/>
            </a:lvl3pPr>
            <a:lvl4pPr marL="1828800" lvl="3" indent="-342900" algn="l">
              <a:lnSpc>
                <a:spcPct val="90000"/>
              </a:lnSpc>
              <a:spcBef>
                <a:spcPts val="500"/>
              </a:spcBef>
              <a:spcAft>
                <a:spcPts val="0"/>
              </a:spcAft>
              <a:buClr>
                <a:srgbClr val="57595A"/>
              </a:buClr>
              <a:buSzPts val="1800"/>
              <a:buChar char="•"/>
              <a:defRPr/>
            </a:lvl4pPr>
            <a:lvl5pPr marL="2286000" lvl="4" indent="-342900" algn="l">
              <a:lnSpc>
                <a:spcPct val="90000"/>
              </a:lnSpc>
              <a:spcBef>
                <a:spcPts val="500"/>
              </a:spcBef>
              <a:spcAft>
                <a:spcPts val="0"/>
              </a:spcAft>
              <a:buClr>
                <a:srgbClr val="57595A"/>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2463505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6"/>
        <p:cNvGrpSpPr/>
        <p:nvPr/>
      </p:nvGrpSpPr>
      <p:grpSpPr>
        <a:xfrm>
          <a:off x="0" y="0"/>
          <a:ext cx="0" cy="0"/>
          <a:chOff x="0" y="0"/>
          <a:chExt cx="0" cy="0"/>
        </a:xfrm>
      </p:grpSpPr>
      <p:pic>
        <p:nvPicPr>
          <p:cNvPr id="17" name="Google Shape;17;p4"/>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8" name="Google Shape;18;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3"/>
              </a:buClr>
              <a:buSzPts val="4400"/>
              <a:buFont typeface="Avenir"/>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9" name="Google Shape;19;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57595A"/>
              </a:buClr>
              <a:buSzPts val="1800"/>
              <a:buChar char="•"/>
              <a:defRPr/>
            </a:lvl1pPr>
            <a:lvl2pPr marL="914400" lvl="1" indent="-342900" algn="l">
              <a:lnSpc>
                <a:spcPct val="90000"/>
              </a:lnSpc>
              <a:spcBef>
                <a:spcPts val="500"/>
              </a:spcBef>
              <a:spcAft>
                <a:spcPts val="0"/>
              </a:spcAft>
              <a:buClr>
                <a:srgbClr val="57595A"/>
              </a:buClr>
              <a:buSzPts val="1800"/>
              <a:buChar char="•"/>
              <a:defRPr/>
            </a:lvl2pPr>
            <a:lvl3pPr marL="1371600" lvl="2" indent="-342900" algn="l">
              <a:lnSpc>
                <a:spcPct val="90000"/>
              </a:lnSpc>
              <a:spcBef>
                <a:spcPts val="500"/>
              </a:spcBef>
              <a:spcAft>
                <a:spcPts val="0"/>
              </a:spcAft>
              <a:buClr>
                <a:srgbClr val="57595A"/>
              </a:buClr>
              <a:buSzPts val="1800"/>
              <a:buChar char="•"/>
              <a:defRPr/>
            </a:lvl3pPr>
            <a:lvl4pPr marL="1828800" lvl="3" indent="-342900" algn="l">
              <a:lnSpc>
                <a:spcPct val="90000"/>
              </a:lnSpc>
              <a:spcBef>
                <a:spcPts val="500"/>
              </a:spcBef>
              <a:spcAft>
                <a:spcPts val="0"/>
              </a:spcAft>
              <a:buClr>
                <a:srgbClr val="57595A"/>
              </a:buClr>
              <a:buSzPts val="1800"/>
              <a:buChar char="•"/>
              <a:defRPr/>
            </a:lvl4pPr>
            <a:lvl5pPr marL="2286000" lvl="4" indent="-342900" algn="l">
              <a:lnSpc>
                <a:spcPct val="90000"/>
              </a:lnSpc>
              <a:spcBef>
                <a:spcPts val="500"/>
              </a:spcBef>
              <a:spcAft>
                <a:spcPts val="0"/>
              </a:spcAft>
              <a:buClr>
                <a:srgbClr val="57595A"/>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1407173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0"/>
        <p:cNvGrpSpPr/>
        <p:nvPr/>
      </p:nvGrpSpPr>
      <p:grpSpPr>
        <a:xfrm>
          <a:off x="0" y="0"/>
          <a:ext cx="0" cy="0"/>
          <a:chOff x="0" y="0"/>
          <a:chExt cx="0" cy="0"/>
        </a:xfrm>
      </p:grpSpPr>
      <p:pic>
        <p:nvPicPr>
          <p:cNvPr id="21" name="Google Shape;21;p5"/>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2" name="Google Shape;22;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4400"/>
              <a:buFont typeface="Avenir"/>
              <a:buNone/>
              <a:defRPr>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3" name="Google Shape;23;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57595A"/>
              </a:buClr>
              <a:buSzPts val="1800"/>
              <a:buChar char="•"/>
              <a:defRPr/>
            </a:lvl1pPr>
            <a:lvl2pPr marL="914400" lvl="1" indent="-342900" algn="l">
              <a:lnSpc>
                <a:spcPct val="90000"/>
              </a:lnSpc>
              <a:spcBef>
                <a:spcPts val="500"/>
              </a:spcBef>
              <a:spcAft>
                <a:spcPts val="0"/>
              </a:spcAft>
              <a:buClr>
                <a:srgbClr val="57595A"/>
              </a:buClr>
              <a:buSzPts val="1800"/>
              <a:buChar char="•"/>
              <a:defRPr/>
            </a:lvl2pPr>
            <a:lvl3pPr marL="1371600" lvl="2" indent="-342900" algn="l">
              <a:lnSpc>
                <a:spcPct val="90000"/>
              </a:lnSpc>
              <a:spcBef>
                <a:spcPts val="500"/>
              </a:spcBef>
              <a:spcAft>
                <a:spcPts val="0"/>
              </a:spcAft>
              <a:buClr>
                <a:srgbClr val="57595A"/>
              </a:buClr>
              <a:buSzPts val="1800"/>
              <a:buChar char="•"/>
              <a:defRPr/>
            </a:lvl3pPr>
            <a:lvl4pPr marL="1828800" lvl="3" indent="-342900" algn="l">
              <a:lnSpc>
                <a:spcPct val="90000"/>
              </a:lnSpc>
              <a:spcBef>
                <a:spcPts val="500"/>
              </a:spcBef>
              <a:spcAft>
                <a:spcPts val="0"/>
              </a:spcAft>
              <a:buClr>
                <a:srgbClr val="57595A"/>
              </a:buClr>
              <a:buSzPts val="1800"/>
              <a:buChar char="•"/>
              <a:defRPr/>
            </a:lvl4pPr>
            <a:lvl5pPr marL="2286000" lvl="4" indent="-342900" algn="l">
              <a:lnSpc>
                <a:spcPct val="90000"/>
              </a:lnSpc>
              <a:spcBef>
                <a:spcPts val="500"/>
              </a:spcBef>
              <a:spcAft>
                <a:spcPts val="0"/>
              </a:spcAft>
              <a:buClr>
                <a:srgbClr val="57595A"/>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3185740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4"/>
        <p:cNvGrpSpPr/>
        <p:nvPr/>
      </p:nvGrpSpPr>
      <p:grpSpPr>
        <a:xfrm>
          <a:off x="0" y="0"/>
          <a:ext cx="0" cy="0"/>
          <a:chOff x="0" y="0"/>
          <a:chExt cx="0" cy="0"/>
        </a:xfrm>
      </p:grpSpPr>
      <p:pic>
        <p:nvPicPr>
          <p:cNvPr id="25" name="Google Shape;25;p6"/>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6" name="Google Shape;2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4"/>
              </a:buClr>
              <a:buSzPts val="4400"/>
              <a:buFont typeface="Avenir"/>
              <a:buNone/>
              <a:defRPr>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7" name="Google Shape;2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57595A"/>
              </a:buClr>
              <a:buSzPts val="1800"/>
              <a:buChar char="•"/>
              <a:defRPr/>
            </a:lvl1pPr>
            <a:lvl2pPr marL="914400" lvl="1" indent="-342900" algn="l">
              <a:lnSpc>
                <a:spcPct val="90000"/>
              </a:lnSpc>
              <a:spcBef>
                <a:spcPts val="500"/>
              </a:spcBef>
              <a:spcAft>
                <a:spcPts val="0"/>
              </a:spcAft>
              <a:buClr>
                <a:srgbClr val="57595A"/>
              </a:buClr>
              <a:buSzPts val="1800"/>
              <a:buChar char="•"/>
              <a:defRPr/>
            </a:lvl2pPr>
            <a:lvl3pPr marL="1371600" lvl="2" indent="-342900" algn="l">
              <a:lnSpc>
                <a:spcPct val="90000"/>
              </a:lnSpc>
              <a:spcBef>
                <a:spcPts val="500"/>
              </a:spcBef>
              <a:spcAft>
                <a:spcPts val="0"/>
              </a:spcAft>
              <a:buClr>
                <a:srgbClr val="57595A"/>
              </a:buClr>
              <a:buSzPts val="1800"/>
              <a:buChar char="•"/>
              <a:defRPr/>
            </a:lvl3pPr>
            <a:lvl4pPr marL="1828800" lvl="3" indent="-342900" algn="l">
              <a:lnSpc>
                <a:spcPct val="90000"/>
              </a:lnSpc>
              <a:spcBef>
                <a:spcPts val="500"/>
              </a:spcBef>
              <a:spcAft>
                <a:spcPts val="0"/>
              </a:spcAft>
              <a:buClr>
                <a:srgbClr val="57595A"/>
              </a:buClr>
              <a:buSzPts val="1800"/>
              <a:buChar char="•"/>
              <a:defRPr/>
            </a:lvl4pPr>
            <a:lvl5pPr marL="2286000" lvl="4" indent="-342900" algn="l">
              <a:lnSpc>
                <a:spcPct val="90000"/>
              </a:lnSpc>
              <a:spcBef>
                <a:spcPts val="500"/>
              </a:spcBef>
              <a:spcAft>
                <a:spcPts val="0"/>
              </a:spcAft>
              <a:buClr>
                <a:srgbClr val="57595A"/>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734484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8"/>
        <p:cNvGrpSpPr/>
        <p:nvPr/>
      </p:nvGrpSpPr>
      <p:grpSpPr>
        <a:xfrm>
          <a:off x="0" y="0"/>
          <a:ext cx="0" cy="0"/>
          <a:chOff x="0" y="0"/>
          <a:chExt cx="0" cy="0"/>
        </a:xfrm>
      </p:grpSpPr>
      <p:pic>
        <p:nvPicPr>
          <p:cNvPr id="29" name="Google Shape;29;p7"/>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0" name="Google Shape;3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1"/>
              </a:buClr>
              <a:buSzPts val="4400"/>
              <a:buFont typeface="Avenir"/>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1" name="Google Shape;31;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57595A"/>
              </a:buClr>
              <a:buSzPts val="1800"/>
              <a:buChar char="•"/>
              <a:defRPr/>
            </a:lvl1pPr>
            <a:lvl2pPr marL="914400" lvl="1" indent="-342900" algn="l">
              <a:lnSpc>
                <a:spcPct val="90000"/>
              </a:lnSpc>
              <a:spcBef>
                <a:spcPts val="500"/>
              </a:spcBef>
              <a:spcAft>
                <a:spcPts val="0"/>
              </a:spcAft>
              <a:buClr>
                <a:srgbClr val="57595A"/>
              </a:buClr>
              <a:buSzPts val="1800"/>
              <a:buChar char="•"/>
              <a:defRPr/>
            </a:lvl2pPr>
            <a:lvl3pPr marL="1371600" lvl="2" indent="-342900" algn="l">
              <a:lnSpc>
                <a:spcPct val="90000"/>
              </a:lnSpc>
              <a:spcBef>
                <a:spcPts val="500"/>
              </a:spcBef>
              <a:spcAft>
                <a:spcPts val="0"/>
              </a:spcAft>
              <a:buClr>
                <a:srgbClr val="57595A"/>
              </a:buClr>
              <a:buSzPts val="1800"/>
              <a:buChar char="•"/>
              <a:defRPr/>
            </a:lvl3pPr>
            <a:lvl4pPr marL="1828800" lvl="3" indent="-342900" algn="l">
              <a:lnSpc>
                <a:spcPct val="90000"/>
              </a:lnSpc>
              <a:spcBef>
                <a:spcPts val="500"/>
              </a:spcBef>
              <a:spcAft>
                <a:spcPts val="0"/>
              </a:spcAft>
              <a:buClr>
                <a:srgbClr val="57595A"/>
              </a:buClr>
              <a:buSzPts val="1800"/>
              <a:buChar char="•"/>
              <a:defRPr/>
            </a:lvl4pPr>
            <a:lvl5pPr marL="2286000" lvl="4" indent="-342900" algn="l">
              <a:lnSpc>
                <a:spcPct val="90000"/>
              </a:lnSpc>
              <a:spcBef>
                <a:spcPts val="500"/>
              </a:spcBef>
              <a:spcAft>
                <a:spcPts val="0"/>
              </a:spcAft>
              <a:buClr>
                <a:srgbClr val="57595A"/>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4018789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32"/>
        <p:cNvGrpSpPr/>
        <p:nvPr/>
      </p:nvGrpSpPr>
      <p:grpSpPr>
        <a:xfrm>
          <a:off x="0" y="0"/>
          <a:ext cx="0" cy="0"/>
          <a:chOff x="0" y="0"/>
          <a:chExt cx="0" cy="0"/>
        </a:xfrm>
      </p:grpSpPr>
      <p:pic>
        <p:nvPicPr>
          <p:cNvPr id="33" name="Google Shape;33;p8"/>
          <p:cNvPicPr preferRelativeResize="0"/>
          <p:nvPr/>
        </p:nvPicPr>
        <p:blipFill rotWithShape="1">
          <a:blip r:embed="rId2">
            <a:alphaModFix/>
          </a:blip>
          <a:srcRect/>
          <a:stretch/>
        </p:blipFill>
        <p:spPr>
          <a:xfrm>
            <a:off x="419100" y="5657850"/>
            <a:ext cx="1877915" cy="825500"/>
          </a:xfrm>
          <a:prstGeom prst="rect">
            <a:avLst/>
          </a:prstGeom>
          <a:noFill/>
          <a:ln>
            <a:noFill/>
          </a:ln>
        </p:spPr>
      </p:pic>
      <p:sp>
        <p:nvSpPr>
          <p:cNvPr id="34" name="Google Shape;3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5" name="Google Shape;35;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57595A"/>
              </a:buClr>
              <a:buSzPts val="1800"/>
              <a:buChar char="•"/>
              <a:defRPr/>
            </a:lvl1pPr>
            <a:lvl2pPr marL="914400" lvl="1" indent="-342900" algn="l">
              <a:lnSpc>
                <a:spcPct val="90000"/>
              </a:lnSpc>
              <a:spcBef>
                <a:spcPts val="500"/>
              </a:spcBef>
              <a:spcAft>
                <a:spcPts val="0"/>
              </a:spcAft>
              <a:buClr>
                <a:srgbClr val="57595A"/>
              </a:buClr>
              <a:buSzPts val="1800"/>
              <a:buChar char="•"/>
              <a:defRPr/>
            </a:lvl2pPr>
            <a:lvl3pPr marL="1371600" lvl="2" indent="-342900" algn="l">
              <a:lnSpc>
                <a:spcPct val="90000"/>
              </a:lnSpc>
              <a:spcBef>
                <a:spcPts val="500"/>
              </a:spcBef>
              <a:spcAft>
                <a:spcPts val="0"/>
              </a:spcAft>
              <a:buClr>
                <a:srgbClr val="57595A"/>
              </a:buClr>
              <a:buSzPts val="1800"/>
              <a:buChar char="•"/>
              <a:defRPr/>
            </a:lvl3pPr>
            <a:lvl4pPr marL="1828800" lvl="3" indent="-342900" algn="l">
              <a:lnSpc>
                <a:spcPct val="90000"/>
              </a:lnSpc>
              <a:spcBef>
                <a:spcPts val="500"/>
              </a:spcBef>
              <a:spcAft>
                <a:spcPts val="0"/>
              </a:spcAft>
              <a:buClr>
                <a:srgbClr val="57595A"/>
              </a:buClr>
              <a:buSzPts val="1800"/>
              <a:buChar char="•"/>
              <a:defRPr/>
            </a:lvl4pPr>
            <a:lvl5pPr marL="2286000" lvl="4" indent="-342900" algn="l">
              <a:lnSpc>
                <a:spcPct val="90000"/>
              </a:lnSpc>
              <a:spcBef>
                <a:spcPts val="500"/>
              </a:spcBef>
              <a:spcAft>
                <a:spcPts val="0"/>
              </a:spcAft>
              <a:buClr>
                <a:srgbClr val="57595A"/>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406339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3"/>
              </a:buClr>
              <a:buSzPts val="3200"/>
              <a:buFont typeface="Avenir"/>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8" name="Google Shape;38;p9"/>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57595A"/>
              </a:buClr>
              <a:buSzPts val="3200"/>
              <a:buFont typeface="Arial"/>
              <a:buNone/>
              <a:defRPr sz="3200" b="0" i="0" u="none" strike="noStrike" cap="none">
                <a:solidFill>
                  <a:srgbClr val="57595A"/>
                </a:solidFill>
                <a:latin typeface="Avenir"/>
                <a:ea typeface="Avenir"/>
                <a:cs typeface="Avenir"/>
                <a:sym typeface="Avenir"/>
              </a:defRPr>
            </a:lvl1pPr>
            <a:lvl2pPr marR="0" lvl="1" algn="l" rtl="0">
              <a:lnSpc>
                <a:spcPct val="90000"/>
              </a:lnSpc>
              <a:spcBef>
                <a:spcPts val="500"/>
              </a:spcBef>
              <a:spcAft>
                <a:spcPts val="0"/>
              </a:spcAft>
              <a:buClr>
                <a:srgbClr val="57595A"/>
              </a:buClr>
              <a:buSzPts val="2800"/>
              <a:buFont typeface="Arial"/>
              <a:buNone/>
              <a:defRPr sz="2800" b="0" i="0" u="none" strike="noStrike" cap="none">
                <a:solidFill>
                  <a:srgbClr val="57595A"/>
                </a:solidFill>
                <a:latin typeface="Avenir"/>
                <a:ea typeface="Avenir"/>
                <a:cs typeface="Avenir"/>
                <a:sym typeface="Avenir"/>
              </a:defRPr>
            </a:lvl2pPr>
            <a:lvl3pPr marR="0" lvl="2" algn="l" rtl="0">
              <a:lnSpc>
                <a:spcPct val="90000"/>
              </a:lnSpc>
              <a:spcBef>
                <a:spcPts val="500"/>
              </a:spcBef>
              <a:spcAft>
                <a:spcPts val="0"/>
              </a:spcAft>
              <a:buClr>
                <a:srgbClr val="57595A"/>
              </a:buClr>
              <a:buSzPts val="2400"/>
              <a:buFont typeface="Arial"/>
              <a:buNone/>
              <a:defRPr sz="2400" b="0" i="0" u="none" strike="noStrike" cap="none">
                <a:solidFill>
                  <a:srgbClr val="57595A"/>
                </a:solidFill>
                <a:latin typeface="Avenir"/>
                <a:ea typeface="Avenir"/>
                <a:cs typeface="Avenir"/>
                <a:sym typeface="Avenir"/>
              </a:defRPr>
            </a:lvl3pPr>
            <a:lvl4pPr marR="0" lvl="3" algn="l" rtl="0">
              <a:lnSpc>
                <a:spcPct val="90000"/>
              </a:lnSpc>
              <a:spcBef>
                <a:spcPts val="500"/>
              </a:spcBef>
              <a:spcAft>
                <a:spcPts val="0"/>
              </a:spcAft>
              <a:buClr>
                <a:srgbClr val="57595A"/>
              </a:buClr>
              <a:buSzPts val="2000"/>
              <a:buFont typeface="Arial"/>
              <a:buNone/>
              <a:defRPr sz="2000" b="0" i="0" u="none" strike="noStrike" cap="none">
                <a:solidFill>
                  <a:srgbClr val="57595A"/>
                </a:solidFill>
                <a:latin typeface="Avenir"/>
                <a:ea typeface="Avenir"/>
                <a:cs typeface="Avenir"/>
                <a:sym typeface="Avenir"/>
              </a:defRPr>
            </a:lvl4pPr>
            <a:lvl5pPr marR="0" lvl="4" algn="l" rtl="0">
              <a:lnSpc>
                <a:spcPct val="90000"/>
              </a:lnSpc>
              <a:spcBef>
                <a:spcPts val="500"/>
              </a:spcBef>
              <a:spcAft>
                <a:spcPts val="0"/>
              </a:spcAft>
              <a:buClr>
                <a:srgbClr val="57595A"/>
              </a:buClr>
              <a:buSzPts val="2000"/>
              <a:buFont typeface="Arial"/>
              <a:buNone/>
              <a:defRPr sz="2000" b="0" i="0" u="none" strike="noStrike" cap="none">
                <a:solidFill>
                  <a:srgbClr val="57595A"/>
                </a:solidFill>
                <a:latin typeface="Avenir"/>
                <a:ea typeface="Avenir"/>
                <a:cs typeface="Avenir"/>
                <a:sym typeface="Avenir"/>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r>
              <a:rPr lang="en-US"/>
              <a:t>Click icon to add picture</a:t>
            </a:r>
            <a:endParaRPr/>
          </a:p>
        </p:txBody>
      </p:sp>
      <p:sp>
        <p:nvSpPr>
          <p:cNvPr id="39" name="Google Shape;39;p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7595A"/>
              </a:buClr>
              <a:buSzPts val="1600"/>
              <a:buNone/>
              <a:defRPr sz="1600"/>
            </a:lvl1pPr>
            <a:lvl2pPr marL="914400" lvl="1" indent="-228600" algn="l">
              <a:lnSpc>
                <a:spcPct val="90000"/>
              </a:lnSpc>
              <a:spcBef>
                <a:spcPts val="500"/>
              </a:spcBef>
              <a:spcAft>
                <a:spcPts val="0"/>
              </a:spcAft>
              <a:buClr>
                <a:srgbClr val="57595A"/>
              </a:buClr>
              <a:buSzPts val="1400"/>
              <a:buNone/>
              <a:defRPr sz="1400"/>
            </a:lvl2pPr>
            <a:lvl3pPr marL="1371600" lvl="2" indent="-228600" algn="l">
              <a:lnSpc>
                <a:spcPct val="90000"/>
              </a:lnSpc>
              <a:spcBef>
                <a:spcPts val="500"/>
              </a:spcBef>
              <a:spcAft>
                <a:spcPts val="0"/>
              </a:spcAft>
              <a:buClr>
                <a:srgbClr val="57595A"/>
              </a:buClr>
              <a:buSzPts val="1200"/>
              <a:buNone/>
              <a:defRPr sz="1200"/>
            </a:lvl3pPr>
            <a:lvl4pPr marL="1828800" lvl="3" indent="-228600" algn="l">
              <a:lnSpc>
                <a:spcPct val="90000"/>
              </a:lnSpc>
              <a:spcBef>
                <a:spcPts val="500"/>
              </a:spcBef>
              <a:spcAft>
                <a:spcPts val="0"/>
              </a:spcAft>
              <a:buClr>
                <a:srgbClr val="57595A"/>
              </a:buClr>
              <a:buSzPts val="1000"/>
              <a:buNone/>
              <a:defRPr sz="1000"/>
            </a:lvl4pPr>
            <a:lvl5pPr marL="2286000" lvl="4" indent="-228600" algn="l">
              <a:lnSpc>
                <a:spcPct val="90000"/>
              </a:lnSpc>
              <a:spcBef>
                <a:spcPts val="500"/>
              </a:spcBef>
              <a:spcAft>
                <a:spcPts val="0"/>
              </a:spcAft>
              <a:buClr>
                <a:srgbClr val="57595A"/>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lvl="0"/>
            <a:r>
              <a:rPr lang="en-US"/>
              <a:t>Edit Master text styles</a:t>
            </a:r>
          </a:p>
        </p:txBody>
      </p:sp>
      <p:pic>
        <p:nvPicPr>
          <p:cNvPr id="40" name="Google Shape;40;p9"/>
          <p:cNvPicPr preferRelativeResize="0"/>
          <p:nvPr/>
        </p:nvPicPr>
        <p:blipFill rotWithShape="1">
          <a:blip r:embed="rId2">
            <a:alphaModFix/>
          </a:blip>
          <a:srcRect/>
          <a:stretch/>
        </p:blipFill>
        <p:spPr>
          <a:xfrm>
            <a:off x="419100" y="5657850"/>
            <a:ext cx="1877915" cy="825500"/>
          </a:xfrm>
          <a:prstGeom prst="rect">
            <a:avLst/>
          </a:prstGeom>
          <a:noFill/>
          <a:ln>
            <a:noFill/>
          </a:ln>
        </p:spPr>
      </p:pic>
    </p:spTree>
    <p:extLst>
      <p:ext uri="{BB962C8B-B14F-4D97-AF65-F5344CB8AC3E}">
        <p14:creationId xmlns:p14="http://schemas.microsoft.com/office/powerpoint/2010/main" val="395085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1"/>
        <p:cNvGrpSpPr/>
        <p:nvPr/>
      </p:nvGrpSpPr>
      <p:grpSpPr>
        <a:xfrm>
          <a:off x="0" y="0"/>
          <a:ext cx="0" cy="0"/>
          <a:chOff x="0" y="0"/>
          <a:chExt cx="0" cy="0"/>
        </a:xfrm>
      </p:grpSpPr>
      <p:pic>
        <p:nvPicPr>
          <p:cNvPr id="42" name="Google Shape;42;p10"/>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3" name="Google Shape;43;p10"/>
          <p:cNvSpPr txBox="1">
            <a:spLocks noGrp="1"/>
          </p:cNvSpPr>
          <p:nvPr>
            <p:ph type="title"/>
          </p:nvPr>
        </p:nvSpPr>
        <p:spPr>
          <a:xfrm>
            <a:off x="528638" y="1709738"/>
            <a:ext cx="10818812" cy="23336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2"/>
              </a:buClr>
              <a:buSzPts val="6000"/>
              <a:buFont typeface="Avenir"/>
              <a:buNone/>
              <a:defRPr sz="6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4" name="Google Shape;44;p10"/>
          <p:cNvSpPr txBox="1">
            <a:spLocks noGrp="1"/>
          </p:cNvSpPr>
          <p:nvPr>
            <p:ph type="body" idx="1"/>
          </p:nvPr>
        </p:nvSpPr>
        <p:spPr>
          <a:xfrm>
            <a:off x="528638" y="4171951"/>
            <a:ext cx="10818812" cy="1917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C8C9C9"/>
              </a:buClr>
              <a:buSzPts val="2400"/>
              <a:buNone/>
              <a:defRPr sz="2400">
                <a:solidFill>
                  <a:srgbClr val="C8C9C9"/>
                </a:solidFill>
              </a:defRPr>
            </a:lvl1pPr>
            <a:lvl2pPr marL="914400" lvl="1" indent="-228600" algn="l">
              <a:lnSpc>
                <a:spcPct val="90000"/>
              </a:lnSpc>
              <a:spcBef>
                <a:spcPts val="500"/>
              </a:spcBef>
              <a:spcAft>
                <a:spcPts val="0"/>
              </a:spcAft>
              <a:buClr>
                <a:srgbClr val="C8C9C9"/>
              </a:buClr>
              <a:buSzPts val="2000"/>
              <a:buNone/>
              <a:defRPr sz="2000">
                <a:solidFill>
                  <a:srgbClr val="C8C9C9"/>
                </a:solidFill>
              </a:defRPr>
            </a:lvl2pPr>
            <a:lvl3pPr marL="1371600" lvl="2" indent="-228600" algn="l">
              <a:lnSpc>
                <a:spcPct val="90000"/>
              </a:lnSpc>
              <a:spcBef>
                <a:spcPts val="500"/>
              </a:spcBef>
              <a:spcAft>
                <a:spcPts val="0"/>
              </a:spcAft>
              <a:buClr>
                <a:srgbClr val="C8C9C9"/>
              </a:buClr>
              <a:buSzPts val="1800"/>
              <a:buNone/>
              <a:defRPr sz="1800">
                <a:solidFill>
                  <a:srgbClr val="C8C9C9"/>
                </a:solidFill>
              </a:defRPr>
            </a:lvl3pPr>
            <a:lvl4pPr marL="1828800" lvl="3" indent="-228600" algn="l">
              <a:lnSpc>
                <a:spcPct val="90000"/>
              </a:lnSpc>
              <a:spcBef>
                <a:spcPts val="500"/>
              </a:spcBef>
              <a:spcAft>
                <a:spcPts val="0"/>
              </a:spcAft>
              <a:buClr>
                <a:srgbClr val="C8C9C9"/>
              </a:buClr>
              <a:buSzPts val="1600"/>
              <a:buNone/>
              <a:defRPr sz="1600">
                <a:solidFill>
                  <a:srgbClr val="C8C9C9"/>
                </a:solidFill>
              </a:defRPr>
            </a:lvl4pPr>
            <a:lvl5pPr marL="2286000" lvl="4" indent="-228600" algn="l">
              <a:lnSpc>
                <a:spcPct val="90000"/>
              </a:lnSpc>
              <a:spcBef>
                <a:spcPts val="500"/>
              </a:spcBef>
              <a:spcAft>
                <a:spcPts val="0"/>
              </a:spcAft>
              <a:buClr>
                <a:srgbClr val="C8C9C9"/>
              </a:buClr>
              <a:buSzPts val="1600"/>
              <a:buNone/>
              <a:defRPr sz="1600">
                <a:solidFill>
                  <a:srgbClr val="C8C9C9"/>
                </a:solidFill>
              </a:defRPr>
            </a:lvl5pPr>
            <a:lvl6pPr marL="2743200" lvl="5" indent="-228600" algn="l">
              <a:lnSpc>
                <a:spcPct val="90000"/>
              </a:lnSpc>
              <a:spcBef>
                <a:spcPts val="500"/>
              </a:spcBef>
              <a:spcAft>
                <a:spcPts val="0"/>
              </a:spcAft>
              <a:buClr>
                <a:srgbClr val="C8C9C9"/>
              </a:buClr>
              <a:buSzPts val="1600"/>
              <a:buNone/>
              <a:defRPr sz="1600">
                <a:solidFill>
                  <a:srgbClr val="C8C9C9"/>
                </a:solidFill>
              </a:defRPr>
            </a:lvl6pPr>
            <a:lvl7pPr marL="3200400" lvl="6" indent="-228600" algn="l">
              <a:lnSpc>
                <a:spcPct val="90000"/>
              </a:lnSpc>
              <a:spcBef>
                <a:spcPts val="500"/>
              </a:spcBef>
              <a:spcAft>
                <a:spcPts val="0"/>
              </a:spcAft>
              <a:buClr>
                <a:srgbClr val="C8C9C9"/>
              </a:buClr>
              <a:buSzPts val="1600"/>
              <a:buNone/>
              <a:defRPr sz="1600">
                <a:solidFill>
                  <a:srgbClr val="C8C9C9"/>
                </a:solidFill>
              </a:defRPr>
            </a:lvl7pPr>
            <a:lvl8pPr marL="3657600" lvl="7" indent="-228600" algn="l">
              <a:lnSpc>
                <a:spcPct val="90000"/>
              </a:lnSpc>
              <a:spcBef>
                <a:spcPts val="500"/>
              </a:spcBef>
              <a:spcAft>
                <a:spcPts val="0"/>
              </a:spcAft>
              <a:buClr>
                <a:srgbClr val="C8C9C9"/>
              </a:buClr>
              <a:buSzPts val="1600"/>
              <a:buNone/>
              <a:defRPr sz="1600">
                <a:solidFill>
                  <a:srgbClr val="C8C9C9"/>
                </a:solidFill>
              </a:defRPr>
            </a:lvl8pPr>
            <a:lvl9pPr marL="4114800" lvl="8" indent="-228600" algn="l">
              <a:lnSpc>
                <a:spcPct val="90000"/>
              </a:lnSpc>
              <a:spcBef>
                <a:spcPts val="500"/>
              </a:spcBef>
              <a:spcAft>
                <a:spcPts val="0"/>
              </a:spcAft>
              <a:buClr>
                <a:srgbClr val="C8C9C9"/>
              </a:buClr>
              <a:buSzPts val="1600"/>
              <a:buNone/>
              <a:defRPr sz="1600">
                <a:solidFill>
                  <a:srgbClr val="C8C9C9"/>
                </a:solidFill>
              </a:defRPr>
            </a:lvl9pPr>
          </a:lstStyle>
          <a:p>
            <a:pPr lvl="0"/>
            <a:r>
              <a:rPr lang="en-US"/>
              <a:t>Edit Master text styles</a:t>
            </a:r>
          </a:p>
        </p:txBody>
      </p:sp>
    </p:spTree>
    <p:extLst>
      <p:ext uri="{BB962C8B-B14F-4D97-AF65-F5344CB8AC3E}">
        <p14:creationId xmlns:p14="http://schemas.microsoft.com/office/powerpoint/2010/main" val="1812246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5"/>
        <p:cNvGrpSpPr/>
        <p:nvPr/>
      </p:nvGrpSpPr>
      <p:grpSpPr>
        <a:xfrm>
          <a:off x="0" y="0"/>
          <a:ext cx="0" cy="0"/>
          <a:chOff x="0" y="0"/>
          <a:chExt cx="0" cy="0"/>
        </a:xfrm>
      </p:grpSpPr>
      <p:sp>
        <p:nvSpPr>
          <p:cNvPr id="46" name="Google Shape;46;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7" name="Google Shape;47;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57595A"/>
              </a:buClr>
              <a:buSzPts val="1800"/>
              <a:buChar char="•"/>
              <a:defRPr/>
            </a:lvl1pPr>
            <a:lvl2pPr marL="914400" lvl="1" indent="-342900" algn="l">
              <a:lnSpc>
                <a:spcPct val="90000"/>
              </a:lnSpc>
              <a:spcBef>
                <a:spcPts val="500"/>
              </a:spcBef>
              <a:spcAft>
                <a:spcPts val="0"/>
              </a:spcAft>
              <a:buClr>
                <a:srgbClr val="57595A"/>
              </a:buClr>
              <a:buSzPts val="1800"/>
              <a:buChar char="•"/>
              <a:defRPr/>
            </a:lvl2pPr>
            <a:lvl3pPr marL="1371600" lvl="2" indent="-342900" algn="l">
              <a:lnSpc>
                <a:spcPct val="90000"/>
              </a:lnSpc>
              <a:spcBef>
                <a:spcPts val="500"/>
              </a:spcBef>
              <a:spcAft>
                <a:spcPts val="0"/>
              </a:spcAft>
              <a:buClr>
                <a:srgbClr val="57595A"/>
              </a:buClr>
              <a:buSzPts val="1800"/>
              <a:buChar char="•"/>
              <a:defRPr/>
            </a:lvl3pPr>
            <a:lvl4pPr marL="1828800" lvl="3" indent="-342900" algn="l">
              <a:lnSpc>
                <a:spcPct val="90000"/>
              </a:lnSpc>
              <a:spcBef>
                <a:spcPts val="500"/>
              </a:spcBef>
              <a:spcAft>
                <a:spcPts val="0"/>
              </a:spcAft>
              <a:buClr>
                <a:srgbClr val="57595A"/>
              </a:buClr>
              <a:buSzPts val="1800"/>
              <a:buChar char="•"/>
              <a:defRPr/>
            </a:lvl4pPr>
            <a:lvl5pPr marL="2286000" lvl="4" indent="-342900" algn="l">
              <a:lnSpc>
                <a:spcPct val="90000"/>
              </a:lnSpc>
              <a:spcBef>
                <a:spcPts val="500"/>
              </a:spcBef>
              <a:spcAft>
                <a:spcPts val="0"/>
              </a:spcAft>
              <a:buClr>
                <a:srgbClr val="57595A"/>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Edit Master text styles</a:t>
            </a:r>
          </a:p>
        </p:txBody>
      </p:sp>
      <p:pic>
        <p:nvPicPr>
          <p:cNvPr id="48" name="Google Shape;48;p11"/>
          <p:cNvPicPr preferRelativeResize="0"/>
          <p:nvPr/>
        </p:nvPicPr>
        <p:blipFill rotWithShape="1">
          <a:blip r:embed="rId2">
            <a:alphaModFix/>
          </a:blip>
          <a:srcRect/>
          <a:stretch/>
        </p:blipFill>
        <p:spPr>
          <a:xfrm>
            <a:off x="419100" y="5657850"/>
            <a:ext cx="1877915" cy="825500"/>
          </a:xfrm>
          <a:prstGeom prst="rect">
            <a:avLst/>
          </a:prstGeom>
          <a:noFill/>
          <a:ln>
            <a:noFill/>
          </a:ln>
        </p:spPr>
      </p:pic>
    </p:spTree>
    <p:extLst>
      <p:ext uri="{BB962C8B-B14F-4D97-AF65-F5344CB8AC3E}">
        <p14:creationId xmlns:p14="http://schemas.microsoft.com/office/powerpoint/2010/main" val="1496076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1" name="Google Shape;51;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57595A"/>
              </a:buClr>
              <a:buSzPts val="1800"/>
              <a:buChar char="•"/>
              <a:defRPr/>
            </a:lvl1pPr>
            <a:lvl2pPr marL="914400" lvl="1" indent="-342900" algn="l">
              <a:lnSpc>
                <a:spcPct val="90000"/>
              </a:lnSpc>
              <a:spcBef>
                <a:spcPts val="500"/>
              </a:spcBef>
              <a:spcAft>
                <a:spcPts val="0"/>
              </a:spcAft>
              <a:buClr>
                <a:srgbClr val="57595A"/>
              </a:buClr>
              <a:buSzPts val="1800"/>
              <a:buChar char="•"/>
              <a:defRPr/>
            </a:lvl2pPr>
            <a:lvl3pPr marL="1371600" lvl="2" indent="-342900" algn="l">
              <a:lnSpc>
                <a:spcPct val="90000"/>
              </a:lnSpc>
              <a:spcBef>
                <a:spcPts val="500"/>
              </a:spcBef>
              <a:spcAft>
                <a:spcPts val="0"/>
              </a:spcAft>
              <a:buClr>
                <a:srgbClr val="57595A"/>
              </a:buClr>
              <a:buSzPts val="1800"/>
              <a:buChar char="•"/>
              <a:defRPr/>
            </a:lvl3pPr>
            <a:lvl4pPr marL="1828800" lvl="3" indent="-342900" algn="l">
              <a:lnSpc>
                <a:spcPct val="90000"/>
              </a:lnSpc>
              <a:spcBef>
                <a:spcPts val="500"/>
              </a:spcBef>
              <a:spcAft>
                <a:spcPts val="0"/>
              </a:spcAft>
              <a:buClr>
                <a:srgbClr val="57595A"/>
              </a:buClr>
              <a:buSzPts val="1800"/>
              <a:buChar char="•"/>
              <a:defRPr/>
            </a:lvl4pPr>
            <a:lvl5pPr marL="2286000" lvl="4" indent="-342900" algn="l">
              <a:lnSpc>
                <a:spcPct val="90000"/>
              </a:lnSpc>
              <a:spcBef>
                <a:spcPts val="500"/>
              </a:spcBef>
              <a:spcAft>
                <a:spcPts val="0"/>
              </a:spcAft>
              <a:buClr>
                <a:srgbClr val="57595A"/>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Edit Master text styles</a:t>
            </a:r>
          </a:p>
        </p:txBody>
      </p:sp>
      <p:sp>
        <p:nvSpPr>
          <p:cNvPr id="52" name="Google Shape;5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D6B15AE0-448B-45D1-96BA-D5F341B3E000}" type="datetimeFigureOut">
              <a:rPr lang="en-GB" smtClean="0"/>
              <a:t>17/04/2026</a:t>
            </a:fld>
            <a:endParaRPr lang="en-GB"/>
          </a:p>
        </p:txBody>
      </p:sp>
      <p:sp>
        <p:nvSpPr>
          <p:cNvPr id="53" name="Google Shape;5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GB"/>
          </a:p>
        </p:txBody>
      </p:sp>
      <p:sp>
        <p:nvSpPr>
          <p:cNvPr id="54" name="Google Shape;5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Calibri"/>
                <a:ea typeface="Calibri"/>
                <a:cs typeface="Calibri"/>
                <a:sym typeface="Calibri"/>
              </a:defRPr>
            </a:lvl1pPr>
            <a:lvl2pPr marL="0" marR="0" lvl="1" indent="0" algn="l" rtl="0">
              <a:spcBef>
                <a:spcPts val="0"/>
              </a:spcBef>
              <a:buNone/>
              <a:defRPr sz="1800" b="0" i="0" u="none" strike="noStrike" cap="none">
                <a:solidFill>
                  <a:schemeClr val="dk1"/>
                </a:solidFill>
                <a:latin typeface="Calibri"/>
                <a:ea typeface="Calibri"/>
                <a:cs typeface="Calibri"/>
                <a:sym typeface="Calibri"/>
              </a:defRPr>
            </a:lvl2pPr>
            <a:lvl3pPr marL="0" marR="0" lvl="2" indent="0" algn="l" rtl="0">
              <a:spcBef>
                <a:spcPts val="0"/>
              </a:spcBef>
              <a:buNone/>
              <a:defRPr sz="1800" b="0" i="0" u="none" strike="noStrike" cap="none">
                <a:solidFill>
                  <a:schemeClr val="dk1"/>
                </a:solidFill>
                <a:latin typeface="Calibri"/>
                <a:ea typeface="Calibri"/>
                <a:cs typeface="Calibri"/>
                <a:sym typeface="Calibri"/>
              </a:defRPr>
            </a:lvl3pPr>
            <a:lvl4pPr marL="0" marR="0" lvl="3" indent="0" algn="l" rtl="0">
              <a:spcBef>
                <a:spcPts val="0"/>
              </a:spcBef>
              <a:buNone/>
              <a:defRPr sz="1800" b="0" i="0" u="none" strike="noStrike" cap="none">
                <a:solidFill>
                  <a:schemeClr val="dk1"/>
                </a:solidFill>
                <a:latin typeface="Calibri"/>
                <a:ea typeface="Calibri"/>
                <a:cs typeface="Calibri"/>
                <a:sym typeface="Calibri"/>
              </a:defRPr>
            </a:lvl4pPr>
            <a:lvl5pPr marL="0" marR="0" lvl="4" indent="0" algn="l" rtl="0">
              <a:spcBef>
                <a:spcPts val="0"/>
              </a:spcBef>
              <a:buNone/>
              <a:defRPr sz="1800" b="0" i="0" u="none" strike="noStrike" cap="none">
                <a:solidFill>
                  <a:schemeClr val="dk1"/>
                </a:solidFill>
                <a:latin typeface="Calibri"/>
                <a:ea typeface="Calibri"/>
                <a:cs typeface="Calibri"/>
                <a:sym typeface="Calibri"/>
              </a:defRPr>
            </a:lvl5pPr>
            <a:lvl6pPr marL="0" marR="0" lvl="5" indent="0" algn="l" rtl="0">
              <a:spcBef>
                <a:spcPts val="0"/>
              </a:spcBef>
              <a:buNone/>
              <a:defRPr sz="1800" b="0" i="0" u="none" strike="noStrike" cap="none">
                <a:solidFill>
                  <a:schemeClr val="dk1"/>
                </a:solidFill>
                <a:latin typeface="Calibri"/>
                <a:ea typeface="Calibri"/>
                <a:cs typeface="Calibri"/>
                <a:sym typeface="Calibri"/>
              </a:defRPr>
            </a:lvl6pPr>
            <a:lvl7pPr marL="0" marR="0" lvl="6" indent="0" algn="l" rtl="0">
              <a:spcBef>
                <a:spcPts val="0"/>
              </a:spcBef>
              <a:buNone/>
              <a:defRPr sz="1800" b="0" i="0" u="none" strike="noStrike" cap="none">
                <a:solidFill>
                  <a:schemeClr val="dk1"/>
                </a:solidFill>
                <a:latin typeface="Calibri"/>
                <a:ea typeface="Calibri"/>
                <a:cs typeface="Calibri"/>
                <a:sym typeface="Calibri"/>
              </a:defRPr>
            </a:lvl7pPr>
            <a:lvl8pPr marL="0" marR="0" lvl="7" indent="0" algn="l" rtl="0">
              <a:spcBef>
                <a:spcPts val="0"/>
              </a:spcBef>
              <a:buNone/>
              <a:defRPr sz="1800" b="0" i="0" u="none" strike="noStrike" cap="none">
                <a:solidFill>
                  <a:schemeClr val="dk1"/>
                </a:solidFill>
                <a:latin typeface="Calibri"/>
                <a:ea typeface="Calibri"/>
                <a:cs typeface="Calibri"/>
                <a:sym typeface="Calibri"/>
              </a:defRPr>
            </a:lvl8pPr>
            <a:lvl9pPr marL="0" marR="0" lvl="8" indent="0" algn="l" rtl="0">
              <a:spcBef>
                <a:spcPts val="0"/>
              </a:spcBef>
              <a:buNone/>
              <a:defRPr sz="1800" b="0" i="0" u="none" strike="noStrike" cap="none">
                <a:solidFill>
                  <a:schemeClr val="dk1"/>
                </a:solidFill>
                <a:latin typeface="Calibri"/>
                <a:ea typeface="Calibri"/>
                <a:cs typeface="Calibri"/>
                <a:sym typeface="Calibri"/>
              </a:defRPr>
            </a:lvl9pPr>
          </a:lstStyle>
          <a:p>
            <a:fld id="{88C6FDDF-F782-47A9-AD51-6B7637362256}" type="slidenum">
              <a:rPr lang="en-GB" smtClean="0"/>
              <a:t>‹#›</a:t>
            </a:fld>
            <a:endParaRPr lang="en-GB"/>
          </a:p>
        </p:txBody>
      </p:sp>
    </p:spTree>
    <p:extLst>
      <p:ext uri="{BB962C8B-B14F-4D97-AF65-F5344CB8AC3E}">
        <p14:creationId xmlns:p14="http://schemas.microsoft.com/office/powerpoint/2010/main" val="1174496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Question + Answer (no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9FB92-A730-2F4E-9CB5-0C24701AFCC0}"/>
              </a:ext>
            </a:extLst>
          </p:cNvPr>
          <p:cNvSpPr>
            <a:spLocks noGrp="1"/>
          </p:cNvSpPr>
          <p:nvPr>
            <p:ph type="title"/>
          </p:nvPr>
        </p:nvSpPr>
        <p:spPr>
          <a:xfrm>
            <a:off x="267425" y="681038"/>
            <a:ext cx="8280673" cy="2072436"/>
          </a:xfrm>
        </p:spPr>
        <p:txBody>
          <a:bodyPr>
            <a:normAutofit/>
          </a:bodyPr>
          <a:lstStyle>
            <a:lvl1pPr marL="457200" indent="-457200">
              <a:buFont typeface="+mj-lt"/>
              <a:buAutoNum type="arabicPeriod"/>
              <a:defRPr sz="20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4A7B46E-DF8A-D049-A1E3-8777DD90C6B9}"/>
              </a:ext>
            </a:extLst>
          </p:cNvPr>
          <p:cNvSpPr>
            <a:spLocks noGrp="1"/>
          </p:cNvSpPr>
          <p:nvPr>
            <p:ph sz="half" idx="1"/>
          </p:nvPr>
        </p:nvSpPr>
        <p:spPr>
          <a:xfrm>
            <a:off x="267425" y="2866489"/>
            <a:ext cx="11086373" cy="3310473"/>
          </a:xfrm>
        </p:spPr>
        <p:txBody>
          <a:bodyPr>
            <a:normAutofit/>
          </a:bodyPr>
          <a:lstStyle>
            <a:lvl1pPr>
              <a:defRPr sz="2000"/>
            </a:lvl1pPr>
            <a:lvl2pPr>
              <a:defRPr sz="2000"/>
            </a:lvl2pPr>
            <a:lvl3pPr>
              <a:defRPr sz="2000"/>
            </a:lvl3pPr>
            <a:lvl4pPr>
              <a:defRPr sz="2000"/>
            </a:lvl4pPr>
            <a:lvl5pPr>
              <a:defRPr sz="2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8032189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8E2D4-08ED-4D52-B4B5-AC49122BD74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3802CFC-CEAA-4CAF-AEF3-F93031AF0DF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E6CBF79-7CDD-4957-97F3-1695BBF06AB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997F9B7-6F77-48E9-8975-15C13D83E425}"/>
              </a:ext>
            </a:extLst>
          </p:cNvPr>
          <p:cNvSpPr>
            <a:spLocks noGrp="1"/>
          </p:cNvSpPr>
          <p:nvPr>
            <p:ph type="dt" sz="half" idx="10"/>
          </p:nvPr>
        </p:nvSpPr>
        <p:spPr/>
        <p:txBody>
          <a:bodyPr/>
          <a:lstStyle/>
          <a:p>
            <a:fld id="{D6B15AE0-448B-45D1-96BA-D5F341B3E000}" type="datetimeFigureOut">
              <a:rPr lang="en-GB" smtClean="0"/>
              <a:t>17/04/2026</a:t>
            </a:fld>
            <a:endParaRPr lang="en-GB"/>
          </a:p>
        </p:txBody>
      </p:sp>
      <p:sp>
        <p:nvSpPr>
          <p:cNvPr id="6" name="Footer Placeholder 5">
            <a:extLst>
              <a:ext uri="{FF2B5EF4-FFF2-40B4-BE49-F238E27FC236}">
                <a16:creationId xmlns:a16="http://schemas.microsoft.com/office/drawing/2014/main" id="{E6A5A72E-EF22-4F3E-91FD-69D900513CF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BF9688B-FB20-4F8E-9A81-77C2E592CF53}"/>
              </a:ext>
            </a:extLst>
          </p:cNvPr>
          <p:cNvSpPr>
            <a:spLocks noGrp="1"/>
          </p:cNvSpPr>
          <p:nvPr>
            <p:ph type="sldNum" sz="quarter" idx="12"/>
          </p:nvPr>
        </p:nvSpPr>
        <p:spPr/>
        <p:txBody>
          <a:bodyPr/>
          <a:lstStyle/>
          <a:p>
            <a:fld id="{88C6FDDF-F782-47A9-AD51-6B7637362256}" type="slidenum">
              <a:rPr lang="en-GB" smtClean="0"/>
              <a:t>‹#›</a:t>
            </a:fld>
            <a:endParaRPr lang="en-GB"/>
          </a:p>
        </p:txBody>
      </p:sp>
    </p:spTree>
    <p:extLst>
      <p:ext uri="{BB962C8B-B14F-4D97-AF65-F5344CB8AC3E}">
        <p14:creationId xmlns:p14="http://schemas.microsoft.com/office/powerpoint/2010/main" val="37246186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LO and key words slide">
    <p:spTree>
      <p:nvGrpSpPr>
        <p:cNvPr id="1" name=""/>
        <p:cNvGrpSpPr/>
        <p:nvPr/>
      </p:nvGrpSpPr>
      <p:grpSpPr>
        <a:xfrm>
          <a:off x="0" y="0"/>
          <a:ext cx="0" cy="0"/>
          <a:chOff x="0" y="0"/>
          <a:chExt cx="0" cy="0"/>
        </a:xfrm>
      </p:grpSpPr>
      <p:sp>
        <p:nvSpPr>
          <p:cNvPr id="4" name="Rectangle: Rounded Corners 2">
            <a:extLst>
              <a:ext uri="{FF2B5EF4-FFF2-40B4-BE49-F238E27FC236}">
                <a16:creationId xmlns:a16="http://schemas.microsoft.com/office/drawing/2014/main" id="{1DE185FC-216B-D825-34A7-C8889F4C3A81}"/>
              </a:ext>
              <a:ext uri="{C183D7F6-B498-43B3-948B-1728B52AA6E4}">
                <adec:decorative xmlns:adec="http://schemas.microsoft.com/office/drawing/2017/decorative" val="1"/>
              </a:ext>
            </a:extLst>
          </p:cNvPr>
          <p:cNvSpPr/>
          <p:nvPr userDrawn="1"/>
        </p:nvSpPr>
        <p:spPr>
          <a:xfrm>
            <a:off x="8760051" y="1237794"/>
            <a:ext cx="2563235" cy="4820105"/>
          </a:xfrm>
          <a:prstGeom prst="roundRect">
            <a:avLst/>
          </a:prstGeom>
          <a:solidFill>
            <a:schemeClr val="accent4">
              <a:lumMod val="20000"/>
              <a:lumOff val="80000"/>
            </a:schemeClr>
          </a:solidFill>
          <a:ln w="19050">
            <a:solidFill>
              <a:srgbClr val="5014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2EFFA570-BF78-88BA-B456-5FFA8F4C52F9}"/>
              </a:ext>
              <a:ext uri="{C183D7F6-B498-43B3-948B-1728B52AA6E4}">
                <adec:decorative xmlns:adec="http://schemas.microsoft.com/office/drawing/2017/decorative" val="1"/>
              </a:ext>
            </a:extLst>
          </p:cNvPr>
          <p:cNvCxnSpPr>
            <a:cxnSpLocks/>
          </p:cNvCxnSpPr>
          <p:nvPr userDrawn="1"/>
        </p:nvCxnSpPr>
        <p:spPr>
          <a:xfrm>
            <a:off x="8760051" y="1802444"/>
            <a:ext cx="2563235" cy="0"/>
          </a:xfrm>
          <a:prstGeom prst="line">
            <a:avLst/>
          </a:prstGeom>
          <a:ln w="12700">
            <a:solidFill>
              <a:srgbClr val="50142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869FB92-A730-2F4E-9CB5-0C24701AFCC0}"/>
              </a:ext>
            </a:extLst>
          </p:cNvPr>
          <p:cNvSpPr>
            <a:spLocks noGrp="1"/>
          </p:cNvSpPr>
          <p:nvPr>
            <p:ph type="title"/>
          </p:nvPr>
        </p:nvSpPr>
        <p:spPr>
          <a:xfrm>
            <a:off x="267426" y="365125"/>
            <a:ext cx="8270287" cy="1325563"/>
          </a:xfrm>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B4A7B46E-DF8A-D049-A1E3-8777DD90C6B9}"/>
              </a:ext>
            </a:extLst>
          </p:cNvPr>
          <p:cNvSpPr>
            <a:spLocks noGrp="1"/>
          </p:cNvSpPr>
          <p:nvPr>
            <p:ph sz="half" idx="1"/>
          </p:nvPr>
        </p:nvSpPr>
        <p:spPr>
          <a:xfrm>
            <a:off x="267426" y="1825625"/>
            <a:ext cx="5752374"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Text Placeholder 15">
            <a:extLst>
              <a:ext uri="{FF2B5EF4-FFF2-40B4-BE49-F238E27FC236}">
                <a16:creationId xmlns:a16="http://schemas.microsoft.com/office/drawing/2014/main" id="{E56F7250-F41C-BF7B-5D90-970E5959EA6A}"/>
              </a:ext>
            </a:extLst>
          </p:cNvPr>
          <p:cNvSpPr>
            <a:spLocks noGrp="1"/>
          </p:cNvSpPr>
          <p:nvPr>
            <p:ph type="body" sz="quarter" idx="11"/>
          </p:nvPr>
        </p:nvSpPr>
        <p:spPr>
          <a:xfrm>
            <a:off x="8907463" y="1900238"/>
            <a:ext cx="2270125" cy="401796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Text Placeholder 13">
            <a:extLst>
              <a:ext uri="{FF2B5EF4-FFF2-40B4-BE49-F238E27FC236}">
                <a16:creationId xmlns:a16="http://schemas.microsoft.com/office/drawing/2014/main" id="{A9DD717E-4358-2C6B-1BAF-F870AEB5F638}"/>
              </a:ext>
            </a:extLst>
          </p:cNvPr>
          <p:cNvSpPr>
            <a:spLocks noGrp="1"/>
          </p:cNvSpPr>
          <p:nvPr>
            <p:ph type="body" sz="quarter" idx="10" hasCustomPrompt="1"/>
          </p:nvPr>
        </p:nvSpPr>
        <p:spPr>
          <a:xfrm>
            <a:off x="8907694" y="1357087"/>
            <a:ext cx="2269894" cy="444726"/>
          </a:xfrm>
        </p:spPr>
        <p:txBody>
          <a:bodyPr/>
          <a:lstStyle>
            <a:lvl1pPr marL="0" indent="0">
              <a:buNone/>
              <a:defRPr b="1">
                <a:solidFill>
                  <a:srgbClr val="501423"/>
                </a:solidFill>
              </a:defRPr>
            </a:lvl1pPr>
          </a:lstStyle>
          <a:p>
            <a:pPr lvl="0"/>
            <a:r>
              <a:rPr lang="en-US" dirty="0"/>
              <a:t>Key words</a:t>
            </a:r>
          </a:p>
        </p:txBody>
      </p:sp>
    </p:spTree>
    <p:extLst>
      <p:ext uri="{BB962C8B-B14F-4D97-AF65-F5344CB8AC3E}">
        <p14:creationId xmlns:p14="http://schemas.microsoft.com/office/powerpoint/2010/main" val="8197007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mall Content with Captio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539BD26-A42F-D967-0F4D-6E18C2A52023}"/>
              </a:ext>
            </a:extLst>
          </p:cNvPr>
          <p:cNvSpPr>
            <a:spLocks noGrp="1"/>
          </p:cNvSpPr>
          <p:nvPr>
            <p:ph type="title"/>
          </p:nvPr>
        </p:nvSpPr>
        <p:spPr>
          <a:xfrm>
            <a:off x="267426" y="365125"/>
            <a:ext cx="10515600" cy="1325563"/>
          </a:xfrm>
        </p:spPr>
        <p:txBody>
          <a:bodyPr/>
          <a:lstStyle/>
          <a:p>
            <a:r>
              <a:rPr lang="en-GB" dirty="0"/>
              <a:t>Click to edit Master title style</a:t>
            </a:r>
            <a:endParaRPr lang="en-US" dirty="0"/>
          </a:p>
        </p:txBody>
      </p:sp>
      <p:sp>
        <p:nvSpPr>
          <p:cNvPr id="6" name="Content Placeholder 3">
            <a:extLst>
              <a:ext uri="{FF2B5EF4-FFF2-40B4-BE49-F238E27FC236}">
                <a16:creationId xmlns:a16="http://schemas.microsoft.com/office/drawing/2014/main" id="{185C9EC2-1538-0259-8037-A047C59BB254}"/>
              </a:ext>
            </a:extLst>
          </p:cNvPr>
          <p:cNvSpPr>
            <a:spLocks noGrp="1"/>
          </p:cNvSpPr>
          <p:nvPr>
            <p:ph sz="half" idx="10"/>
          </p:nvPr>
        </p:nvSpPr>
        <p:spPr>
          <a:xfrm>
            <a:off x="7165428" y="1825625"/>
            <a:ext cx="4188372"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Content Placeholder 2">
            <a:extLst>
              <a:ext uri="{FF2B5EF4-FFF2-40B4-BE49-F238E27FC236}">
                <a16:creationId xmlns:a16="http://schemas.microsoft.com/office/drawing/2014/main" id="{39E74871-FB7F-D29E-FFC0-D5C82A4F02F5}"/>
              </a:ext>
            </a:extLst>
          </p:cNvPr>
          <p:cNvSpPr>
            <a:spLocks noGrp="1"/>
          </p:cNvSpPr>
          <p:nvPr>
            <p:ph sz="half" idx="1"/>
          </p:nvPr>
        </p:nvSpPr>
        <p:spPr>
          <a:xfrm>
            <a:off x="267426" y="1825625"/>
            <a:ext cx="6763995"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075877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accent3"/>
              </a:buClr>
              <a:buSzPts val="4400"/>
              <a:buFont typeface="Avenir"/>
              <a:buNone/>
              <a:defRPr sz="4400" b="0" i="0" u="none" strike="noStrike" cap="none">
                <a:solidFill>
                  <a:schemeClr val="accent3"/>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57595A"/>
              </a:buClr>
              <a:buSzPts val="2800"/>
              <a:buFont typeface="Arial"/>
              <a:buChar char="•"/>
              <a:defRPr sz="2800" b="0" i="0" u="none" strike="noStrike" cap="none">
                <a:solidFill>
                  <a:srgbClr val="57595A"/>
                </a:solidFill>
                <a:latin typeface="Avenir"/>
                <a:ea typeface="Avenir"/>
                <a:cs typeface="Avenir"/>
                <a:sym typeface="Avenir"/>
              </a:defRPr>
            </a:lvl1pPr>
            <a:lvl2pPr marL="914400" marR="0" lvl="1" indent="-381000" algn="l" rtl="0">
              <a:lnSpc>
                <a:spcPct val="90000"/>
              </a:lnSpc>
              <a:spcBef>
                <a:spcPts val="500"/>
              </a:spcBef>
              <a:spcAft>
                <a:spcPts val="0"/>
              </a:spcAft>
              <a:buClr>
                <a:srgbClr val="57595A"/>
              </a:buClr>
              <a:buSzPts val="2400"/>
              <a:buFont typeface="Arial"/>
              <a:buChar char="•"/>
              <a:defRPr sz="2400" b="0" i="0" u="none" strike="noStrike" cap="none">
                <a:solidFill>
                  <a:srgbClr val="57595A"/>
                </a:solidFill>
                <a:latin typeface="Avenir"/>
                <a:ea typeface="Avenir"/>
                <a:cs typeface="Avenir"/>
                <a:sym typeface="Avenir"/>
              </a:defRPr>
            </a:lvl2pPr>
            <a:lvl3pPr marL="1371600" marR="0" lvl="2" indent="-355600" algn="l" rtl="0">
              <a:lnSpc>
                <a:spcPct val="90000"/>
              </a:lnSpc>
              <a:spcBef>
                <a:spcPts val="500"/>
              </a:spcBef>
              <a:spcAft>
                <a:spcPts val="0"/>
              </a:spcAft>
              <a:buClr>
                <a:srgbClr val="57595A"/>
              </a:buClr>
              <a:buSzPts val="2000"/>
              <a:buFont typeface="Arial"/>
              <a:buChar char="•"/>
              <a:defRPr sz="2000" b="0" i="0" u="none" strike="noStrike" cap="none">
                <a:solidFill>
                  <a:srgbClr val="57595A"/>
                </a:solidFill>
                <a:latin typeface="Avenir"/>
                <a:ea typeface="Avenir"/>
                <a:cs typeface="Avenir"/>
                <a:sym typeface="Avenir"/>
              </a:defRPr>
            </a:lvl3pPr>
            <a:lvl4pPr marL="1828800" marR="0" lvl="3" indent="-342900" algn="l" rtl="0">
              <a:lnSpc>
                <a:spcPct val="90000"/>
              </a:lnSpc>
              <a:spcBef>
                <a:spcPts val="500"/>
              </a:spcBef>
              <a:spcAft>
                <a:spcPts val="0"/>
              </a:spcAft>
              <a:buClr>
                <a:srgbClr val="57595A"/>
              </a:buClr>
              <a:buSzPts val="1800"/>
              <a:buFont typeface="Arial"/>
              <a:buChar char="•"/>
              <a:defRPr sz="1800" b="0" i="0" u="none" strike="noStrike" cap="none">
                <a:solidFill>
                  <a:srgbClr val="57595A"/>
                </a:solidFill>
                <a:latin typeface="Avenir"/>
                <a:ea typeface="Avenir"/>
                <a:cs typeface="Avenir"/>
                <a:sym typeface="Avenir"/>
              </a:defRPr>
            </a:lvl4pPr>
            <a:lvl5pPr marL="2286000" marR="0" lvl="4" indent="-342900" algn="l" rtl="0">
              <a:lnSpc>
                <a:spcPct val="90000"/>
              </a:lnSpc>
              <a:spcBef>
                <a:spcPts val="500"/>
              </a:spcBef>
              <a:spcAft>
                <a:spcPts val="0"/>
              </a:spcAft>
              <a:buClr>
                <a:srgbClr val="57595A"/>
              </a:buClr>
              <a:buSzPts val="1800"/>
              <a:buFont typeface="Arial"/>
              <a:buChar char="•"/>
              <a:defRPr sz="1800" b="0" i="0" u="none" strike="noStrike" cap="none">
                <a:solidFill>
                  <a:srgbClr val="57595A"/>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461500396"/>
      </p:ext>
    </p:extLst>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CAE8F-1428-46FB-AAEE-0981DBF82C25}"/>
              </a:ext>
            </a:extLst>
          </p:cNvPr>
          <p:cNvSpPr>
            <a:spLocks noGrp="1"/>
          </p:cNvSpPr>
          <p:nvPr>
            <p:ph type="ctrTitle"/>
          </p:nvPr>
        </p:nvSpPr>
        <p:spPr/>
        <p:txBody>
          <a:bodyPr/>
          <a:lstStyle/>
          <a:p>
            <a:r>
              <a:rPr lang="en-GB" dirty="0"/>
              <a:t>Batteries and Fuel Cells</a:t>
            </a:r>
          </a:p>
        </p:txBody>
      </p:sp>
      <p:sp>
        <p:nvSpPr>
          <p:cNvPr id="3" name="Subtitle 2">
            <a:extLst>
              <a:ext uri="{FF2B5EF4-FFF2-40B4-BE49-F238E27FC236}">
                <a16:creationId xmlns:a16="http://schemas.microsoft.com/office/drawing/2014/main" id="{D585950B-1216-424F-AF04-05E0609DE62D}"/>
              </a:ext>
            </a:extLst>
          </p:cNvPr>
          <p:cNvSpPr>
            <a:spLocks noGrp="1"/>
          </p:cNvSpPr>
          <p:nvPr>
            <p:ph type="subTitle" idx="1"/>
          </p:nvPr>
        </p:nvSpPr>
        <p:spPr/>
        <p:txBody>
          <a:bodyPr/>
          <a:lstStyle/>
          <a:p>
            <a:r>
              <a:rPr lang="en-GB" dirty="0"/>
              <a:t>Lesson 8 &amp; 9</a:t>
            </a:r>
          </a:p>
        </p:txBody>
      </p:sp>
    </p:spTree>
    <p:extLst>
      <p:ext uri="{BB962C8B-B14F-4D97-AF65-F5344CB8AC3E}">
        <p14:creationId xmlns:p14="http://schemas.microsoft.com/office/powerpoint/2010/main" val="2285794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16AF9E6-EB96-D245-B4D2-8AC43D3445C3}"/>
              </a:ext>
            </a:extLst>
          </p:cNvPr>
          <p:cNvSpPr>
            <a:spLocks noGrp="1"/>
          </p:cNvSpPr>
          <p:nvPr>
            <p:ph type="title"/>
          </p:nvPr>
        </p:nvSpPr>
        <p:spPr>
          <a:noFill/>
        </p:spPr>
        <p:txBody>
          <a:bodyPr>
            <a:normAutofit/>
          </a:bodyPr>
          <a:lstStyle/>
          <a:p>
            <a:r>
              <a:rPr lang="en-US" sz="3600" b="1" dirty="0">
                <a:latin typeface="Calibri" panose="020F0502020204030204" pitchFamily="34" charset="0"/>
                <a:ea typeface="Source Sans Pro" panose="020B0503030403020204" pitchFamily="34" charset="0"/>
                <a:cs typeface="Calibri" panose="020F0502020204030204" pitchFamily="34" charset="0"/>
              </a:rPr>
              <a:t>Reactivate</a:t>
            </a:r>
            <a:endParaRPr lang="en-US" sz="3600" dirty="0">
              <a:latin typeface="Calibri" panose="020F0502020204030204" pitchFamily="34" charset="0"/>
              <a:ea typeface="Source Sans Pro" panose="020B0503030403020204" pitchFamily="34" charset="0"/>
              <a:cs typeface="Calibri" panose="020F0502020204030204" pitchFamily="34" charset="0"/>
            </a:endParaRPr>
          </a:p>
        </p:txBody>
      </p:sp>
      <p:sp>
        <p:nvSpPr>
          <p:cNvPr id="2" name="Content Placeholder 1">
            <a:extLst>
              <a:ext uri="{FF2B5EF4-FFF2-40B4-BE49-F238E27FC236}">
                <a16:creationId xmlns:a16="http://schemas.microsoft.com/office/drawing/2014/main" id="{7441FE0D-8C36-138D-600E-CB187E044DEA}"/>
              </a:ext>
            </a:extLst>
          </p:cNvPr>
          <p:cNvSpPr>
            <a:spLocks noGrp="1"/>
          </p:cNvSpPr>
          <p:nvPr>
            <p:ph type="body" idx="1"/>
          </p:nvPr>
        </p:nvSpPr>
        <p:spPr/>
        <p:txBody>
          <a:bodyPr/>
          <a:lstStyle/>
          <a:p>
            <a:pPr marL="457200" indent="-457200">
              <a:spcAft>
                <a:spcPts val="600"/>
              </a:spcAft>
              <a:buFont typeface="+mj-lt"/>
              <a:buAutoNum type="arabicPeriod"/>
            </a:pPr>
            <a:r>
              <a:rPr lang="en-GB" b="1" dirty="0"/>
              <a:t>‌</a:t>
            </a:r>
            <a:r>
              <a:rPr lang="en-GB" dirty="0"/>
              <a:t>Order these metals in terms of reactivity with the most reactive first: </a:t>
            </a:r>
            <a:br>
              <a:rPr lang="en-GB" dirty="0"/>
            </a:br>
            <a:r>
              <a:rPr lang="en-GB" dirty="0"/>
              <a:t>copper, zinc, magnesium. </a:t>
            </a:r>
          </a:p>
          <a:p>
            <a:pPr marL="457200" indent="-457200">
              <a:spcAft>
                <a:spcPts val="600"/>
              </a:spcAft>
              <a:buFont typeface="+mj-lt"/>
              <a:buAutoNum type="arabicPeriod"/>
            </a:pPr>
            <a:r>
              <a:rPr lang="en-GB" b="1" dirty="0"/>
              <a:t>‌</a:t>
            </a:r>
            <a:r>
              <a:rPr lang="en-GB" dirty="0"/>
              <a:t>Name the type of reaction: </a:t>
            </a:r>
            <a:r>
              <a:rPr lang="en-GB" dirty="0">
                <a:latin typeface="Times New Roman" panose="02020603050405020304" pitchFamily="18" charset="0"/>
                <a:cs typeface="Times New Roman" panose="02020603050405020304" pitchFamily="18" charset="0"/>
              </a:rPr>
              <a:t>Mg</a:t>
            </a:r>
            <a:r>
              <a:rPr lang="en-GB" dirty="0"/>
              <a:t> + </a:t>
            </a:r>
            <a:r>
              <a:rPr lang="en-GB" dirty="0">
                <a:latin typeface="Times New Roman" panose="02020603050405020304" pitchFamily="18" charset="0"/>
                <a:cs typeface="Times New Roman" panose="02020603050405020304" pitchFamily="18" charset="0"/>
              </a:rPr>
              <a:t>FeSO</a:t>
            </a:r>
            <a:r>
              <a:rPr lang="en-GB" baseline="-25000" dirty="0">
                <a:latin typeface="Times New Roman" panose="02020603050405020304" pitchFamily="18" charset="0"/>
                <a:cs typeface="Times New Roman" panose="02020603050405020304" pitchFamily="18" charset="0"/>
              </a:rPr>
              <a:t>4</a:t>
            </a:r>
            <a:r>
              <a:rPr lang="en-GB" dirty="0"/>
              <a:t> </a:t>
            </a:r>
            <a:r>
              <a:rPr lang="en-GB" dirty="0">
                <a:latin typeface="Arial" panose="020B0604020202020204" pitchFamily="34" charset="0"/>
                <a:cs typeface="Arial" panose="020B0604020202020204" pitchFamily="34" charset="0"/>
              </a:rPr>
              <a:t>→</a:t>
            </a:r>
            <a:r>
              <a:rPr lang="en-GB" dirty="0"/>
              <a:t> </a:t>
            </a:r>
            <a:r>
              <a:rPr lang="en-GB" dirty="0">
                <a:latin typeface="Times New Roman" panose="02020603050405020304" pitchFamily="18" charset="0"/>
                <a:cs typeface="Times New Roman" panose="02020603050405020304" pitchFamily="18" charset="0"/>
              </a:rPr>
              <a:t>MgSO</a:t>
            </a:r>
            <a:r>
              <a:rPr lang="en-GB" baseline="-25000" dirty="0">
                <a:latin typeface="Times New Roman" panose="02020603050405020304" pitchFamily="18" charset="0"/>
                <a:cs typeface="Times New Roman" panose="02020603050405020304" pitchFamily="18" charset="0"/>
              </a:rPr>
              <a:t>4</a:t>
            </a:r>
            <a:r>
              <a:rPr lang="en-GB" dirty="0"/>
              <a:t> + </a:t>
            </a:r>
            <a:r>
              <a:rPr lang="en-GB" dirty="0">
                <a:latin typeface="Times New Roman" panose="02020603050405020304" pitchFamily="18" charset="0"/>
                <a:cs typeface="Times New Roman" panose="02020603050405020304" pitchFamily="18" charset="0"/>
              </a:rPr>
              <a:t>Fe</a:t>
            </a:r>
            <a:r>
              <a:rPr lang="en-GB" dirty="0"/>
              <a:t> </a:t>
            </a:r>
          </a:p>
          <a:p>
            <a:pPr marL="457200" indent="-457200">
              <a:spcAft>
                <a:spcPts val="600"/>
              </a:spcAft>
              <a:buFont typeface="+mj-lt"/>
              <a:buAutoNum type="arabicPeriod"/>
            </a:pPr>
            <a:r>
              <a:rPr lang="en-GB" b="1" dirty="0"/>
              <a:t>‌</a:t>
            </a:r>
            <a:r>
              <a:rPr lang="en-GB" dirty="0"/>
              <a:t>Which substance is oxidised in question </a:t>
            </a:r>
            <a:r>
              <a:rPr lang="en-GB" b="1" dirty="0"/>
              <a:t>2</a:t>
            </a:r>
            <a:r>
              <a:rPr lang="en-GB" dirty="0"/>
              <a:t>? </a:t>
            </a:r>
          </a:p>
          <a:p>
            <a:pPr marL="457200" indent="-457200">
              <a:buFont typeface="+mj-lt"/>
              <a:buAutoNum type="arabicPeriod"/>
            </a:pPr>
            <a:endParaRPr lang="en-GB" sz="2400" dirty="0"/>
          </a:p>
        </p:txBody>
      </p:sp>
    </p:spTree>
    <p:extLst>
      <p:ext uri="{BB962C8B-B14F-4D97-AF65-F5344CB8AC3E}">
        <p14:creationId xmlns:p14="http://schemas.microsoft.com/office/powerpoint/2010/main" val="1003854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dissolv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dissolve">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3">
            <a:extLst>
              <a:ext uri="{FF2B5EF4-FFF2-40B4-BE49-F238E27FC236}">
                <a16:creationId xmlns:a16="http://schemas.microsoft.com/office/drawing/2014/main" id="{740801FF-7ADE-6A4C-842C-3DFFF6B4310B}"/>
              </a:ext>
            </a:extLst>
          </p:cNvPr>
          <p:cNvSpPr>
            <a:spLocks noGrp="1"/>
          </p:cNvSpPr>
          <p:nvPr>
            <p:ph type="title"/>
          </p:nvPr>
        </p:nvSpPr>
        <p:spPr/>
        <p:txBody>
          <a:bodyPr>
            <a:normAutofit/>
          </a:bodyPr>
          <a:lstStyle/>
          <a:p>
            <a:r>
              <a:rPr lang="en-US" sz="3600" b="1" dirty="0">
                <a:latin typeface="+mn-lt"/>
                <a:ea typeface="Source Sans Pro" panose="020B0503030403020204" pitchFamily="34" charset="0"/>
              </a:rPr>
              <a:t>Something to think about</a:t>
            </a:r>
          </a:p>
        </p:txBody>
      </p:sp>
      <p:sp>
        <p:nvSpPr>
          <p:cNvPr id="2" name="Content Placeholder 1">
            <a:extLst>
              <a:ext uri="{FF2B5EF4-FFF2-40B4-BE49-F238E27FC236}">
                <a16:creationId xmlns:a16="http://schemas.microsoft.com/office/drawing/2014/main" id="{3C7F4631-4166-8C1A-5E41-54FB16F4FED7}"/>
              </a:ext>
            </a:extLst>
          </p:cNvPr>
          <p:cNvSpPr>
            <a:spLocks noGrp="1"/>
          </p:cNvSpPr>
          <p:nvPr>
            <p:ph type="body" idx="1"/>
          </p:nvPr>
        </p:nvSpPr>
        <p:spPr>
          <a:xfrm>
            <a:off x="838200" y="1825625"/>
            <a:ext cx="4860235" cy="4351338"/>
          </a:xfrm>
        </p:spPr>
        <p:txBody>
          <a:bodyPr/>
          <a:lstStyle/>
          <a:p>
            <a:pPr marL="0" indent="0">
              <a:buNone/>
            </a:pPr>
            <a:r>
              <a:rPr lang="en-GB" dirty="0"/>
              <a:t>We say we are replacing batteries </a:t>
            </a:r>
            <a:br>
              <a:rPr lang="en-GB" dirty="0"/>
            </a:br>
            <a:r>
              <a:rPr lang="en-GB" dirty="0"/>
              <a:t>in household devices. </a:t>
            </a:r>
          </a:p>
          <a:p>
            <a:pPr marL="0" indent="0">
              <a:buNone/>
            </a:pPr>
            <a:r>
              <a:rPr lang="en-GB" b="1" dirty="0"/>
              <a:t>But are we?</a:t>
            </a:r>
            <a:endParaRPr lang="en-US" b="1" dirty="0"/>
          </a:p>
        </p:txBody>
      </p:sp>
      <p:pic>
        <p:nvPicPr>
          <p:cNvPr id="8" name="Picture 7" descr="A pile of batteries and batteries&#10;&#10;Description automatically generated">
            <a:extLst>
              <a:ext uri="{FF2B5EF4-FFF2-40B4-BE49-F238E27FC236}">
                <a16:creationId xmlns:a16="http://schemas.microsoft.com/office/drawing/2014/main" id="{A6EBECDF-4FA2-ED1D-8AC3-95A5DD68E5D6}"/>
              </a:ext>
            </a:extLst>
          </p:cNvPr>
          <p:cNvPicPr>
            <a:picLocks noChangeAspect="1"/>
          </p:cNvPicPr>
          <p:nvPr/>
        </p:nvPicPr>
        <p:blipFill>
          <a:blip r:embed="rId3"/>
          <a:stretch>
            <a:fillRect/>
          </a:stretch>
        </p:blipFill>
        <p:spPr>
          <a:xfrm>
            <a:off x="5967462" y="1523083"/>
            <a:ext cx="5723475" cy="3811834"/>
          </a:xfrm>
          <a:prstGeom prst="rect">
            <a:avLst/>
          </a:prstGeom>
        </p:spPr>
      </p:pic>
    </p:spTree>
    <p:extLst>
      <p:ext uri="{BB962C8B-B14F-4D97-AF65-F5344CB8AC3E}">
        <p14:creationId xmlns:p14="http://schemas.microsoft.com/office/powerpoint/2010/main" val="1177505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16AF9E6-EB96-D245-B4D2-8AC43D3445C3}"/>
              </a:ext>
            </a:extLst>
          </p:cNvPr>
          <p:cNvSpPr>
            <a:spLocks noGrp="1"/>
          </p:cNvSpPr>
          <p:nvPr>
            <p:ph type="title"/>
          </p:nvPr>
        </p:nvSpPr>
        <p:spPr/>
        <p:txBody>
          <a:bodyPr>
            <a:normAutofit/>
          </a:bodyPr>
          <a:lstStyle/>
          <a:p>
            <a:r>
              <a:rPr lang="en-US" sz="3600" b="1" dirty="0">
                <a:latin typeface="Calibri" panose="020F0502020204030204" pitchFamily="34" charset="0"/>
                <a:ea typeface="Source Sans Pro" panose="020B0503030403020204" pitchFamily="34" charset="0"/>
                <a:cs typeface="Calibri" panose="020F0502020204030204" pitchFamily="34" charset="0"/>
              </a:rPr>
              <a:t>Learning objectives</a:t>
            </a:r>
          </a:p>
        </p:txBody>
      </p:sp>
      <p:sp>
        <p:nvSpPr>
          <p:cNvPr id="2" name="Content Placeholder 1">
            <a:extLst>
              <a:ext uri="{FF2B5EF4-FFF2-40B4-BE49-F238E27FC236}">
                <a16:creationId xmlns:a16="http://schemas.microsoft.com/office/drawing/2014/main" id="{4C27B10F-17B6-DA2E-54B7-3E9F9C29B3DF}"/>
              </a:ext>
            </a:extLst>
          </p:cNvPr>
          <p:cNvSpPr>
            <a:spLocks noGrp="1"/>
          </p:cNvSpPr>
          <p:nvPr>
            <p:ph sz="half" idx="1"/>
          </p:nvPr>
        </p:nvSpPr>
        <p:spPr/>
        <p:txBody>
          <a:bodyPr>
            <a:normAutofit fontScale="92500"/>
          </a:bodyPr>
          <a:lstStyle/>
          <a:p>
            <a:pPr marL="0" indent="0">
              <a:spcAft>
                <a:spcPts val="1200"/>
              </a:spcAft>
              <a:buNone/>
            </a:pPr>
            <a:r>
              <a:rPr lang="en-US" b="1" dirty="0"/>
              <a:t>After this topic, you should know:</a:t>
            </a:r>
          </a:p>
          <a:p>
            <a:pPr>
              <a:spcBef>
                <a:spcPts val="0"/>
              </a:spcBef>
              <a:spcAft>
                <a:spcPts val="600"/>
              </a:spcAft>
            </a:pPr>
            <a:r>
              <a:rPr lang="en-GB" dirty="0"/>
              <a:t>how to interpret data on chemical cells </a:t>
            </a:r>
            <a:br>
              <a:rPr lang="en-GB" dirty="0"/>
            </a:br>
            <a:r>
              <a:rPr lang="en-GB" dirty="0"/>
              <a:t>in terms of the relative reactivity of different metals </a:t>
            </a:r>
          </a:p>
          <a:p>
            <a:pPr>
              <a:spcBef>
                <a:spcPts val="0"/>
              </a:spcBef>
              <a:spcAft>
                <a:spcPts val="600"/>
              </a:spcAft>
            </a:pPr>
            <a:r>
              <a:rPr lang="en-GB" dirty="0"/>
              <a:t>how to evaluate the use of chemical cells when given information </a:t>
            </a:r>
          </a:p>
          <a:p>
            <a:pPr>
              <a:spcBef>
                <a:spcPts val="0"/>
              </a:spcBef>
              <a:spcAft>
                <a:spcPts val="600"/>
              </a:spcAft>
            </a:pPr>
            <a:r>
              <a:rPr lang="en-GB" dirty="0"/>
              <a:t>how to plan and carry out an investigation of the voltage produced by simple cells using different metals. </a:t>
            </a:r>
          </a:p>
          <a:p>
            <a:endParaRPr lang="en-US" dirty="0"/>
          </a:p>
        </p:txBody>
      </p:sp>
      <p:sp>
        <p:nvSpPr>
          <p:cNvPr id="8" name="Text Placeholder 7">
            <a:extLst>
              <a:ext uri="{FF2B5EF4-FFF2-40B4-BE49-F238E27FC236}">
                <a16:creationId xmlns:a16="http://schemas.microsoft.com/office/drawing/2014/main" id="{EE131813-4CF9-E138-F29B-FF610FB1193A}"/>
              </a:ext>
            </a:extLst>
          </p:cNvPr>
          <p:cNvSpPr>
            <a:spLocks noGrp="1"/>
          </p:cNvSpPr>
          <p:nvPr>
            <p:ph type="body" sz="quarter" idx="11"/>
          </p:nvPr>
        </p:nvSpPr>
        <p:spPr/>
        <p:txBody>
          <a:bodyPr/>
          <a:lstStyle/>
          <a:p>
            <a:r>
              <a:rPr lang="en-GB" dirty="0"/>
              <a:t>battery</a:t>
            </a:r>
          </a:p>
          <a:p>
            <a:r>
              <a:rPr lang="en-GB" dirty="0"/>
              <a:t>cell</a:t>
            </a:r>
          </a:p>
          <a:p>
            <a:r>
              <a:rPr lang="en-GB" dirty="0"/>
              <a:t>electrical cell</a:t>
            </a:r>
          </a:p>
          <a:p>
            <a:r>
              <a:rPr lang="en-GB" dirty="0"/>
              <a:t>electrode</a:t>
            </a:r>
          </a:p>
          <a:p>
            <a:r>
              <a:rPr lang="en-GB" dirty="0"/>
              <a:t>electrolyte</a:t>
            </a:r>
            <a:endParaRPr lang="en-US" dirty="0"/>
          </a:p>
        </p:txBody>
      </p:sp>
      <p:sp>
        <p:nvSpPr>
          <p:cNvPr id="4" name="Text Placeholder 3">
            <a:extLst>
              <a:ext uri="{FF2B5EF4-FFF2-40B4-BE49-F238E27FC236}">
                <a16:creationId xmlns:a16="http://schemas.microsoft.com/office/drawing/2014/main" id="{B3985D2B-8BF3-AF96-37A2-1E5A9E3741A7}"/>
              </a:ext>
            </a:extLst>
          </p:cNvPr>
          <p:cNvSpPr>
            <a:spLocks noGrp="1"/>
          </p:cNvSpPr>
          <p:nvPr>
            <p:ph type="body" sz="quarter" idx="10"/>
          </p:nvPr>
        </p:nvSpPr>
        <p:spPr/>
        <p:txBody>
          <a:bodyPr>
            <a:normAutofit fontScale="70000" lnSpcReduction="20000"/>
          </a:bodyPr>
          <a:lstStyle/>
          <a:p>
            <a:r>
              <a:rPr lang="en-US" dirty="0"/>
              <a:t>Key words</a:t>
            </a:r>
          </a:p>
        </p:txBody>
      </p:sp>
    </p:spTree>
    <p:extLst>
      <p:ext uri="{BB962C8B-B14F-4D97-AF65-F5344CB8AC3E}">
        <p14:creationId xmlns:p14="http://schemas.microsoft.com/office/powerpoint/2010/main" val="3728513160"/>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CBB5B-6053-07FB-3F0D-972730EE53CC}"/>
              </a:ext>
            </a:extLst>
          </p:cNvPr>
          <p:cNvSpPr>
            <a:spLocks noGrp="1"/>
          </p:cNvSpPr>
          <p:nvPr>
            <p:ph type="title"/>
          </p:nvPr>
        </p:nvSpPr>
        <p:spPr/>
        <p:txBody>
          <a:bodyPr>
            <a:normAutofit/>
          </a:bodyPr>
          <a:lstStyle/>
          <a:p>
            <a:r>
              <a:rPr lang="en-GB" dirty="0"/>
              <a:t>Exposition</a:t>
            </a:r>
          </a:p>
        </p:txBody>
      </p:sp>
      <p:sp>
        <p:nvSpPr>
          <p:cNvPr id="10" name="Content Placeholder 9">
            <a:extLst>
              <a:ext uri="{FF2B5EF4-FFF2-40B4-BE49-F238E27FC236}">
                <a16:creationId xmlns:a16="http://schemas.microsoft.com/office/drawing/2014/main" id="{EEB4A5C9-BB10-24EB-06E9-1F0EF253C3F4}"/>
              </a:ext>
            </a:extLst>
          </p:cNvPr>
          <p:cNvSpPr>
            <a:spLocks noGrp="1"/>
          </p:cNvSpPr>
          <p:nvPr>
            <p:ph type="body" idx="1"/>
          </p:nvPr>
        </p:nvSpPr>
        <p:spPr>
          <a:xfrm>
            <a:off x="520148" y="1414790"/>
            <a:ext cx="7603435" cy="4351338"/>
          </a:xfrm>
        </p:spPr>
        <p:txBody>
          <a:bodyPr>
            <a:normAutofit/>
          </a:bodyPr>
          <a:lstStyle/>
          <a:p>
            <a:pPr>
              <a:spcBef>
                <a:spcPts val="0"/>
              </a:spcBef>
              <a:spcAft>
                <a:spcPts val="1000"/>
              </a:spcAft>
            </a:pPr>
            <a:r>
              <a:rPr lang="en-GB" dirty="0"/>
              <a:t>The chemistry of cells and batteries is related to the reactivity series.</a:t>
            </a:r>
          </a:p>
          <a:p>
            <a:pPr>
              <a:spcBef>
                <a:spcPts val="0"/>
              </a:spcBef>
              <a:spcAft>
                <a:spcPts val="1000"/>
              </a:spcAft>
            </a:pPr>
            <a:r>
              <a:rPr lang="en-GB" dirty="0"/>
              <a:t>A redox reaction happens between a metal ion and a different metal atom, creating a potential difference (voltage) that can power a device.</a:t>
            </a:r>
          </a:p>
          <a:p>
            <a:pPr>
              <a:spcBef>
                <a:spcPts val="0"/>
              </a:spcBef>
              <a:spcAft>
                <a:spcPts val="1000"/>
              </a:spcAft>
            </a:pPr>
            <a:r>
              <a:rPr lang="en-GB" dirty="0"/>
              <a:t>The greater the difference in reactivity of the two metals used, the greater the voltage produced.</a:t>
            </a:r>
          </a:p>
          <a:p>
            <a:endParaRPr lang="en-US" dirty="0"/>
          </a:p>
        </p:txBody>
      </p:sp>
      <p:pic>
        <p:nvPicPr>
          <p:cNvPr id="7" name="Picture 6" descr="A transparent cylinder with two tubes&#10;&#10;Description automatically generated">
            <a:extLst>
              <a:ext uri="{FF2B5EF4-FFF2-40B4-BE49-F238E27FC236}">
                <a16:creationId xmlns:a16="http://schemas.microsoft.com/office/drawing/2014/main" id="{D235B740-43E9-A69D-1D90-18C2778A4331}"/>
              </a:ext>
            </a:extLst>
          </p:cNvPr>
          <p:cNvPicPr>
            <a:picLocks noChangeAspect="1"/>
          </p:cNvPicPr>
          <p:nvPr/>
        </p:nvPicPr>
        <p:blipFill>
          <a:blip r:embed="rId3"/>
          <a:stretch>
            <a:fillRect/>
          </a:stretch>
        </p:blipFill>
        <p:spPr>
          <a:xfrm>
            <a:off x="7969718" y="1690688"/>
            <a:ext cx="3903921" cy="3903921"/>
          </a:xfrm>
          <a:prstGeom prst="rect">
            <a:avLst/>
          </a:prstGeom>
        </p:spPr>
      </p:pic>
    </p:spTree>
    <p:extLst>
      <p:ext uri="{BB962C8B-B14F-4D97-AF65-F5344CB8AC3E}">
        <p14:creationId xmlns:p14="http://schemas.microsoft.com/office/powerpoint/2010/main" val="2496631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CBB5B-6053-07FB-3F0D-972730EE53CC}"/>
              </a:ext>
            </a:extLst>
          </p:cNvPr>
          <p:cNvSpPr>
            <a:spLocks noGrp="1"/>
          </p:cNvSpPr>
          <p:nvPr>
            <p:ph type="title"/>
          </p:nvPr>
        </p:nvSpPr>
        <p:spPr/>
        <p:txBody>
          <a:bodyPr>
            <a:normAutofit/>
          </a:bodyPr>
          <a:lstStyle/>
          <a:p>
            <a:r>
              <a:rPr lang="en-GB" dirty="0"/>
              <a:t>Practical: Chemical cells and batteries</a:t>
            </a:r>
          </a:p>
        </p:txBody>
      </p:sp>
      <p:sp>
        <p:nvSpPr>
          <p:cNvPr id="3" name="Content Placeholder 2">
            <a:extLst>
              <a:ext uri="{FF2B5EF4-FFF2-40B4-BE49-F238E27FC236}">
                <a16:creationId xmlns:a16="http://schemas.microsoft.com/office/drawing/2014/main" id="{847EFFBA-CEC0-EDDF-65C9-4B2782F52DDD}"/>
              </a:ext>
            </a:extLst>
          </p:cNvPr>
          <p:cNvSpPr>
            <a:spLocks noGrp="1"/>
          </p:cNvSpPr>
          <p:nvPr>
            <p:ph type="body" idx="1"/>
          </p:nvPr>
        </p:nvSpPr>
        <p:spPr>
          <a:xfrm>
            <a:off x="505215" y="1556470"/>
            <a:ext cx="6530009" cy="4351338"/>
          </a:xfrm>
        </p:spPr>
        <p:txBody>
          <a:bodyPr>
            <a:normAutofit lnSpcReduction="10000"/>
          </a:bodyPr>
          <a:lstStyle/>
          <a:p>
            <a:pPr marL="0" indent="0">
              <a:spcAft>
                <a:spcPts val="600"/>
              </a:spcAft>
              <a:buNone/>
            </a:pPr>
            <a:r>
              <a:rPr lang="en-GB" dirty="0"/>
              <a:t>A simple cell can be constructed from two metal electrodes dipped into an electrolyte.</a:t>
            </a:r>
          </a:p>
          <a:p>
            <a:pPr marL="0" indent="0">
              <a:spcAft>
                <a:spcPts val="600"/>
              </a:spcAft>
              <a:buNone/>
            </a:pPr>
            <a:r>
              <a:rPr lang="en-GB" dirty="0"/>
              <a:t>In this activity you will:</a:t>
            </a:r>
          </a:p>
          <a:p>
            <a:pPr>
              <a:spcBef>
                <a:spcPts val="0"/>
              </a:spcBef>
              <a:spcAft>
                <a:spcPts val="600"/>
              </a:spcAft>
            </a:pPr>
            <a:r>
              <a:rPr lang="en-GB" dirty="0"/>
              <a:t>investigate the use of simple cells to produce electrical energy</a:t>
            </a:r>
          </a:p>
          <a:p>
            <a:pPr>
              <a:spcBef>
                <a:spcPts val="0"/>
              </a:spcBef>
              <a:spcAft>
                <a:spcPts val="600"/>
              </a:spcAft>
            </a:pPr>
            <a:r>
              <a:rPr lang="en-GB" dirty="0"/>
              <a:t>measure the voltage produced using different combinations of metals</a:t>
            </a:r>
          </a:p>
          <a:p>
            <a:pPr>
              <a:spcBef>
                <a:spcPts val="0"/>
              </a:spcBef>
              <a:spcAft>
                <a:spcPts val="600"/>
              </a:spcAft>
            </a:pPr>
            <a:r>
              <a:rPr lang="en-GB" dirty="0"/>
              <a:t>find out about different types of batteries and</a:t>
            </a:r>
            <a:br>
              <a:rPr lang="en-GB" dirty="0"/>
            </a:br>
            <a:r>
              <a:rPr lang="en-GB" dirty="0"/>
              <a:t>their uses. </a:t>
            </a:r>
            <a:endParaRPr lang="en-US" dirty="0"/>
          </a:p>
        </p:txBody>
      </p:sp>
      <p:pic>
        <p:nvPicPr>
          <p:cNvPr id="9" name="Picture 8" descr="A screenshot of a phone&#10;&#10;Description automatically generated">
            <a:extLst>
              <a:ext uri="{FF2B5EF4-FFF2-40B4-BE49-F238E27FC236}">
                <a16:creationId xmlns:a16="http://schemas.microsoft.com/office/drawing/2014/main" id="{0252047C-46BA-961E-5113-BB97314727E5}"/>
              </a:ext>
            </a:extLst>
          </p:cNvPr>
          <p:cNvPicPr>
            <a:picLocks noChangeAspect="1"/>
          </p:cNvPicPr>
          <p:nvPr/>
        </p:nvPicPr>
        <p:blipFill>
          <a:blip r:embed="rId3"/>
          <a:stretch>
            <a:fillRect/>
          </a:stretch>
        </p:blipFill>
        <p:spPr>
          <a:xfrm>
            <a:off x="6719751" y="1690688"/>
            <a:ext cx="4967034" cy="4082902"/>
          </a:xfrm>
          <a:prstGeom prst="rect">
            <a:avLst/>
          </a:prstGeom>
        </p:spPr>
      </p:pic>
    </p:spTree>
    <p:extLst>
      <p:ext uri="{BB962C8B-B14F-4D97-AF65-F5344CB8AC3E}">
        <p14:creationId xmlns:p14="http://schemas.microsoft.com/office/powerpoint/2010/main" val="2033553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16AF9E6-EB96-D245-B4D2-8AC43D3445C3}"/>
              </a:ext>
            </a:extLst>
          </p:cNvPr>
          <p:cNvSpPr>
            <a:spLocks noGrp="1"/>
          </p:cNvSpPr>
          <p:nvPr>
            <p:ph type="title"/>
          </p:nvPr>
        </p:nvSpPr>
        <p:spPr/>
        <p:txBody>
          <a:bodyPr>
            <a:normAutofit/>
          </a:bodyPr>
          <a:lstStyle/>
          <a:p>
            <a:r>
              <a:rPr lang="en-US" sz="3600" b="1" dirty="0">
                <a:latin typeface="Calibri" panose="020F0502020204030204" pitchFamily="34" charset="0"/>
                <a:ea typeface="Source Sans Pro" panose="020B0503030403020204" pitchFamily="34" charset="0"/>
                <a:cs typeface="Calibri" panose="020F0502020204030204" pitchFamily="34" charset="0"/>
              </a:rPr>
              <a:t>Extension</a:t>
            </a:r>
          </a:p>
        </p:txBody>
      </p:sp>
      <p:sp>
        <p:nvSpPr>
          <p:cNvPr id="2" name="Content Placeholder 1">
            <a:extLst>
              <a:ext uri="{FF2B5EF4-FFF2-40B4-BE49-F238E27FC236}">
                <a16:creationId xmlns:a16="http://schemas.microsoft.com/office/drawing/2014/main" id="{01440BCD-91E8-CC23-B3F9-26BB1FBDECE9}"/>
              </a:ext>
            </a:extLst>
          </p:cNvPr>
          <p:cNvSpPr>
            <a:spLocks noGrp="1"/>
          </p:cNvSpPr>
          <p:nvPr>
            <p:ph type="body" idx="1"/>
          </p:nvPr>
        </p:nvSpPr>
        <p:spPr/>
        <p:txBody>
          <a:bodyPr/>
          <a:lstStyle/>
          <a:p>
            <a:pPr>
              <a:spcAft>
                <a:spcPts val="600"/>
              </a:spcAft>
            </a:pPr>
            <a:r>
              <a:rPr lang="en-GB" dirty="0"/>
              <a:t>Use your Student book, or other resources, to research the circuit symbols of a chemical cell and a chemical battery. </a:t>
            </a:r>
          </a:p>
          <a:p>
            <a:pPr lvl="1" indent="-412750">
              <a:spcAft>
                <a:spcPts val="600"/>
              </a:spcAft>
              <a:buFont typeface="Courier New" panose="02070309020205020404" pitchFamily="49" charset="0"/>
              <a:buChar char="o"/>
            </a:pPr>
            <a:r>
              <a:rPr lang="en-GB" dirty="0"/>
              <a:t>Explain how the battery symbol can imply how many cells it contains and how they are connected.</a:t>
            </a:r>
          </a:p>
          <a:p>
            <a:pPr lvl="1" indent="-412750">
              <a:spcAft>
                <a:spcPts val="600"/>
              </a:spcAft>
              <a:buFont typeface="Courier New" panose="02070309020205020404" pitchFamily="49" charset="0"/>
              <a:buChar char="o"/>
            </a:pPr>
            <a:r>
              <a:rPr lang="en-GB" dirty="0"/>
              <a:t>Draw an example of a battery using circuit symbols.</a:t>
            </a:r>
          </a:p>
          <a:p>
            <a:pPr>
              <a:spcAft>
                <a:spcPts val="600"/>
              </a:spcAft>
            </a:pPr>
            <a:r>
              <a:rPr lang="en-GB" dirty="0"/>
              <a:t>Complete the </a:t>
            </a:r>
            <a:r>
              <a:rPr lang="en-GB" i="1" dirty="0"/>
              <a:t>Circuit symbols</a:t>
            </a:r>
            <a:r>
              <a:rPr lang="en-GB" dirty="0"/>
              <a:t> activity.</a:t>
            </a:r>
          </a:p>
          <a:p>
            <a:endParaRPr lang="en-US" dirty="0"/>
          </a:p>
        </p:txBody>
      </p:sp>
      <p:sp>
        <p:nvSpPr>
          <p:cNvPr id="9" name="Rectangle 8">
            <a:extLst>
              <a:ext uri="{FF2B5EF4-FFF2-40B4-BE49-F238E27FC236}">
                <a16:creationId xmlns:a16="http://schemas.microsoft.com/office/drawing/2014/main" id="{E8D85DA9-9D8B-4167-C410-A3F67E0F940D}"/>
              </a:ext>
              <a:ext uri="{C183D7F6-B498-43B3-948B-1728B52AA6E4}">
                <adec:decorative xmlns:adec="http://schemas.microsoft.com/office/drawing/2017/decorative" val="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0" name="Rectangle 9">
            <a:extLst>
              <a:ext uri="{FF2B5EF4-FFF2-40B4-BE49-F238E27FC236}">
                <a16:creationId xmlns:a16="http://schemas.microsoft.com/office/drawing/2014/main" id="{205042C8-B58F-3FCE-887B-9BFA28057C33}"/>
              </a:ext>
              <a:ext uri="{C183D7F6-B498-43B3-948B-1728B52AA6E4}">
                <adec:decorative xmlns:adec="http://schemas.microsoft.com/office/drawing/2017/decorative" val="1"/>
              </a:ext>
            </a:extLst>
          </p:cNvPr>
          <p:cNvSpPr>
            <a:spLocks noChangeArrowheads="1"/>
          </p:cNvSpPr>
          <p:nvPr/>
        </p:nvSpPr>
        <p:spPr bwMode="auto">
          <a:xfrm>
            <a:off x="0" y="685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1181524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16AF9E6-EB96-D245-B4D2-8AC43D3445C3}"/>
              </a:ext>
            </a:extLst>
          </p:cNvPr>
          <p:cNvSpPr>
            <a:spLocks noGrp="1"/>
          </p:cNvSpPr>
          <p:nvPr>
            <p:ph type="title"/>
          </p:nvPr>
        </p:nvSpPr>
        <p:spPr/>
        <p:txBody>
          <a:bodyPr>
            <a:normAutofit/>
          </a:bodyPr>
          <a:lstStyle/>
          <a:p>
            <a:r>
              <a:rPr lang="en-US" sz="3600" b="1" dirty="0">
                <a:latin typeface="Calibri" panose="020F0502020204030204" pitchFamily="34" charset="0"/>
                <a:ea typeface="Source Sans Pro" panose="020B0503030403020204" pitchFamily="34" charset="0"/>
                <a:cs typeface="Calibri" panose="020F0502020204030204" pitchFamily="34" charset="0"/>
              </a:rPr>
              <a:t>Review</a:t>
            </a:r>
          </a:p>
        </p:txBody>
      </p:sp>
      <p:sp>
        <p:nvSpPr>
          <p:cNvPr id="2" name="Content Placeholder 1">
            <a:extLst>
              <a:ext uri="{FF2B5EF4-FFF2-40B4-BE49-F238E27FC236}">
                <a16:creationId xmlns:a16="http://schemas.microsoft.com/office/drawing/2014/main" id="{01440BCD-91E8-CC23-B3F9-26BB1FBDECE9}"/>
              </a:ext>
            </a:extLst>
          </p:cNvPr>
          <p:cNvSpPr>
            <a:spLocks noGrp="1"/>
          </p:cNvSpPr>
          <p:nvPr>
            <p:ph type="body" idx="1"/>
          </p:nvPr>
        </p:nvSpPr>
        <p:spPr/>
        <p:txBody>
          <a:bodyPr/>
          <a:lstStyle/>
          <a:p>
            <a:pPr marL="457200" indent="-457200">
              <a:spcBef>
                <a:spcPts val="0"/>
              </a:spcBef>
              <a:spcAft>
                <a:spcPts val="700"/>
              </a:spcAft>
              <a:buFont typeface="+mj-lt"/>
              <a:buAutoNum type="arabicPeriod"/>
            </a:pPr>
            <a:r>
              <a:rPr lang="en-GB" b="1" dirty="0"/>
              <a:t>‌</a:t>
            </a:r>
            <a:r>
              <a:rPr lang="en-GB" dirty="0"/>
              <a:t>What is the difference between non-rechargeable and rechargeable cells?</a:t>
            </a:r>
          </a:p>
          <a:p>
            <a:pPr marL="457200" indent="-457200">
              <a:spcBef>
                <a:spcPts val="0"/>
              </a:spcBef>
              <a:spcAft>
                <a:spcPts val="700"/>
              </a:spcAft>
              <a:buFont typeface="+mj-lt"/>
              <a:buAutoNum type="arabicPeriod"/>
            </a:pPr>
            <a:r>
              <a:rPr lang="en-GB" b="1" dirty="0"/>
              <a:t>‌</a:t>
            </a:r>
            <a:r>
              <a:rPr lang="en-GB" dirty="0"/>
              <a:t>What is the difference between a battery and a cell? </a:t>
            </a:r>
          </a:p>
          <a:p>
            <a:pPr marL="457200" indent="-457200">
              <a:spcBef>
                <a:spcPts val="0"/>
              </a:spcBef>
              <a:spcAft>
                <a:spcPts val="700"/>
              </a:spcAft>
              <a:buFont typeface="+mj-lt"/>
              <a:buAutoNum type="arabicPeriod"/>
            </a:pPr>
            <a:r>
              <a:rPr lang="en-GB" b="1" dirty="0"/>
              <a:t>‌</a:t>
            </a:r>
            <a:r>
              <a:rPr lang="en-GB" dirty="0"/>
              <a:t>How can cells and batteries be recharged? </a:t>
            </a:r>
          </a:p>
          <a:p>
            <a:pPr marL="0" indent="0">
              <a:buNone/>
            </a:pPr>
            <a:endParaRPr lang="en-GB" dirty="0"/>
          </a:p>
          <a:p>
            <a:endParaRPr lang="en-US" dirty="0"/>
          </a:p>
        </p:txBody>
      </p:sp>
      <p:sp>
        <p:nvSpPr>
          <p:cNvPr id="9" name="Rectangle 8">
            <a:extLst>
              <a:ext uri="{FF2B5EF4-FFF2-40B4-BE49-F238E27FC236}">
                <a16:creationId xmlns:a16="http://schemas.microsoft.com/office/drawing/2014/main" id="{E8D85DA9-9D8B-4167-C410-A3F67E0F940D}"/>
              </a:ext>
              <a:ext uri="{C183D7F6-B498-43B3-948B-1728B52AA6E4}">
                <adec:decorative xmlns:adec="http://schemas.microsoft.com/office/drawing/2017/decorative" val="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0" name="Rectangle 9">
            <a:extLst>
              <a:ext uri="{FF2B5EF4-FFF2-40B4-BE49-F238E27FC236}">
                <a16:creationId xmlns:a16="http://schemas.microsoft.com/office/drawing/2014/main" id="{205042C8-B58F-3FCE-887B-9BFA28057C33}"/>
              </a:ext>
              <a:ext uri="{C183D7F6-B498-43B3-948B-1728B52AA6E4}">
                <adec:decorative xmlns:adec="http://schemas.microsoft.com/office/drawing/2017/decorative" val="1"/>
              </a:ext>
            </a:extLst>
          </p:cNvPr>
          <p:cNvSpPr>
            <a:spLocks noChangeArrowheads="1"/>
          </p:cNvSpPr>
          <p:nvPr/>
        </p:nvSpPr>
        <p:spPr bwMode="auto">
          <a:xfrm>
            <a:off x="0" y="685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8" name="Picture 7" descr="A close-up of a device&#10;&#10;Description automatically generated">
            <a:extLst>
              <a:ext uri="{FF2B5EF4-FFF2-40B4-BE49-F238E27FC236}">
                <a16:creationId xmlns:a16="http://schemas.microsoft.com/office/drawing/2014/main" id="{B3D41527-697E-AEA7-1F9C-0B0D00F2C5AF}"/>
              </a:ext>
            </a:extLst>
          </p:cNvPr>
          <p:cNvPicPr>
            <a:picLocks noChangeAspect="1"/>
          </p:cNvPicPr>
          <p:nvPr/>
        </p:nvPicPr>
        <p:blipFill>
          <a:blip r:embed="rId3"/>
          <a:stretch>
            <a:fillRect/>
          </a:stretch>
        </p:blipFill>
        <p:spPr>
          <a:xfrm>
            <a:off x="2123344" y="3788218"/>
            <a:ext cx="4220204" cy="2523682"/>
          </a:xfrm>
          <a:prstGeom prst="rect">
            <a:avLst/>
          </a:prstGeom>
        </p:spPr>
      </p:pic>
    </p:spTree>
    <p:extLst>
      <p:ext uri="{BB962C8B-B14F-4D97-AF65-F5344CB8AC3E}">
        <p14:creationId xmlns:p14="http://schemas.microsoft.com/office/powerpoint/2010/main" val="1687114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dissolv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dissolve">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16AF9E6-EB96-D245-B4D2-8AC43D3445C3}"/>
              </a:ext>
            </a:extLst>
          </p:cNvPr>
          <p:cNvSpPr>
            <a:spLocks noGrp="1"/>
          </p:cNvSpPr>
          <p:nvPr>
            <p:ph type="title"/>
          </p:nvPr>
        </p:nvSpPr>
        <p:spPr/>
        <p:txBody>
          <a:bodyPr>
            <a:normAutofit/>
          </a:bodyPr>
          <a:lstStyle/>
          <a:p>
            <a:r>
              <a:rPr lang="en-US" sz="3600" b="1" dirty="0">
                <a:latin typeface="Calibri" panose="020F0502020204030204" pitchFamily="34" charset="0"/>
                <a:ea typeface="Source Sans Pro" panose="020B0503030403020204" pitchFamily="34" charset="0"/>
                <a:cs typeface="Calibri" panose="020F0502020204030204" pitchFamily="34" charset="0"/>
              </a:rPr>
              <a:t>Homework</a:t>
            </a:r>
          </a:p>
        </p:txBody>
      </p:sp>
      <p:sp>
        <p:nvSpPr>
          <p:cNvPr id="2" name="Content Placeholder 1">
            <a:extLst>
              <a:ext uri="{FF2B5EF4-FFF2-40B4-BE49-F238E27FC236}">
                <a16:creationId xmlns:a16="http://schemas.microsoft.com/office/drawing/2014/main" id="{01440BCD-91E8-CC23-B3F9-26BB1FBDECE9}"/>
              </a:ext>
            </a:extLst>
          </p:cNvPr>
          <p:cNvSpPr>
            <a:spLocks noGrp="1"/>
          </p:cNvSpPr>
          <p:nvPr>
            <p:ph type="body" idx="1"/>
          </p:nvPr>
        </p:nvSpPr>
        <p:spPr/>
        <p:txBody>
          <a:bodyPr/>
          <a:lstStyle/>
          <a:p>
            <a:pPr marL="0" indent="0">
              <a:buNone/>
            </a:pPr>
            <a:r>
              <a:rPr lang="en-GB" b="1" dirty="0"/>
              <a:t>Chemical cells can be classified as rechargeable or non-rechargeable.</a:t>
            </a:r>
          </a:p>
          <a:p>
            <a:pPr>
              <a:spcAft>
                <a:spcPts val="600"/>
              </a:spcAft>
            </a:pPr>
            <a:r>
              <a:rPr lang="en-GB" dirty="0"/>
              <a:t>Make a table to compare the different types of cell. </a:t>
            </a:r>
          </a:p>
          <a:p>
            <a:pPr marL="263525" lvl="1" indent="0">
              <a:spcAft>
                <a:spcPts val="600"/>
              </a:spcAft>
              <a:buNone/>
            </a:pPr>
            <a:r>
              <a:rPr lang="en-GB" dirty="0"/>
              <a:t>You should include:</a:t>
            </a:r>
          </a:p>
          <a:p>
            <a:pPr lvl="1" indent="-422275">
              <a:spcAft>
                <a:spcPts val="600"/>
              </a:spcAft>
              <a:buFont typeface="Courier New" panose="02070309020205020404" pitchFamily="49" charset="0"/>
              <a:buChar char="o"/>
            </a:pPr>
            <a:r>
              <a:rPr lang="en-GB" dirty="0"/>
              <a:t>an example of each cell</a:t>
            </a:r>
          </a:p>
          <a:p>
            <a:pPr lvl="1" indent="-422275">
              <a:spcAft>
                <a:spcPts val="600"/>
              </a:spcAft>
              <a:buFont typeface="Courier New" panose="02070309020205020404" pitchFamily="49" charset="0"/>
              <a:buChar char="o"/>
            </a:pPr>
            <a:r>
              <a:rPr lang="en-GB" dirty="0"/>
              <a:t>a brief explanation of how they work.</a:t>
            </a:r>
          </a:p>
          <a:p>
            <a:pPr>
              <a:spcAft>
                <a:spcPts val="600"/>
              </a:spcAft>
            </a:pPr>
            <a:r>
              <a:rPr lang="en-GB" dirty="0"/>
              <a:t>Do some research about the costs of manufacture and the lifetime </a:t>
            </a:r>
            <a:br>
              <a:rPr lang="en-GB" dirty="0"/>
            </a:br>
            <a:r>
              <a:rPr lang="en-GB" dirty="0"/>
              <a:t>of the battery or cell and comment on the environmental impact of their use.</a:t>
            </a:r>
          </a:p>
          <a:p>
            <a:pPr marL="0" indent="0">
              <a:spcAft>
                <a:spcPts val="600"/>
              </a:spcAft>
              <a:buNone/>
            </a:pPr>
            <a:endParaRPr lang="en-GB" dirty="0"/>
          </a:p>
          <a:p>
            <a:endParaRPr lang="en-US" dirty="0"/>
          </a:p>
        </p:txBody>
      </p:sp>
      <p:sp>
        <p:nvSpPr>
          <p:cNvPr id="9" name="Rectangle 8">
            <a:extLst>
              <a:ext uri="{FF2B5EF4-FFF2-40B4-BE49-F238E27FC236}">
                <a16:creationId xmlns:a16="http://schemas.microsoft.com/office/drawing/2014/main" id="{E8D85DA9-9D8B-4167-C410-A3F67E0F940D}"/>
              </a:ext>
              <a:ext uri="{C183D7F6-B498-43B3-948B-1728B52AA6E4}">
                <adec:decorative xmlns:adec="http://schemas.microsoft.com/office/drawing/2017/decorative" val="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0" name="Rectangle 9">
            <a:extLst>
              <a:ext uri="{FF2B5EF4-FFF2-40B4-BE49-F238E27FC236}">
                <a16:creationId xmlns:a16="http://schemas.microsoft.com/office/drawing/2014/main" id="{205042C8-B58F-3FCE-887B-9BFA28057C33}"/>
              </a:ext>
              <a:ext uri="{C183D7F6-B498-43B3-948B-1728B52AA6E4}">
                <adec:decorative xmlns:adec="http://schemas.microsoft.com/office/drawing/2017/decorative" val="1"/>
              </a:ext>
            </a:extLst>
          </p:cNvPr>
          <p:cNvSpPr>
            <a:spLocks noChangeArrowheads="1"/>
          </p:cNvSpPr>
          <p:nvPr/>
        </p:nvSpPr>
        <p:spPr bwMode="auto">
          <a:xfrm>
            <a:off x="0" y="685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3134268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C17A7-0560-4FFC-8987-1E16104692E2}"/>
              </a:ext>
            </a:extLst>
          </p:cNvPr>
          <p:cNvSpPr>
            <a:spLocks noGrp="1"/>
          </p:cNvSpPr>
          <p:nvPr>
            <p:ph type="title"/>
          </p:nvPr>
        </p:nvSpPr>
        <p:spPr>
          <a:xfrm>
            <a:off x="838200" y="234791"/>
            <a:ext cx="10515600" cy="793115"/>
          </a:xfrm>
        </p:spPr>
        <p:txBody>
          <a:bodyPr/>
          <a:lstStyle/>
          <a:p>
            <a:r>
              <a:rPr lang="en-GB" u="sng" dirty="0"/>
              <a:t>Title – Batteries and Fuel Cells</a:t>
            </a:r>
          </a:p>
        </p:txBody>
      </p:sp>
      <p:sp>
        <p:nvSpPr>
          <p:cNvPr id="3" name="Text Placeholder 2">
            <a:extLst>
              <a:ext uri="{FF2B5EF4-FFF2-40B4-BE49-F238E27FC236}">
                <a16:creationId xmlns:a16="http://schemas.microsoft.com/office/drawing/2014/main" id="{7BF8B6DB-4386-440D-917C-398D8B847FAC}"/>
              </a:ext>
            </a:extLst>
          </p:cNvPr>
          <p:cNvSpPr>
            <a:spLocks noGrp="1"/>
          </p:cNvSpPr>
          <p:nvPr>
            <p:ph type="body" idx="1"/>
          </p:nvPr>
        </p:nvSpPr>
        <p:spPr/>
        <p:txBody>
          <a:bodyPr/>
          <a:lstStyle/>
          <a:p>
            <a:endParaRPr lang="en-GB"/>
          </a:p>
        </p:txBody>
      </p:sp>
      <p:pic>
        <p:nvPicPr>
          <p:cNvPr id="4" name="Picture 3">
            <a:extLst>
              <a:ext uri="{FF2B5EF4-FFF2-40B4-BE49-F238E27FC236}">
                <a16:creationId xmlns:a16="http://schemas.microsoft.com/office/drawing/2014/main" id="{DA186DAE-4A1E-4725-8BEA-86373FA8867E}"/>
              </a:ext>
            </a:extLst>
          </p:cNvPr>
          <p:cNvPicPr>
            <a:picLocks noChangeAspect="1"/>
          </p:cNvPicPr>
          <p:nvPr/>
        </p:nvPicPr>
        <p:blipFill>
          <a:blip r:embed="rId2"/>
          <a:stretch>
            <a:fillRect/>
          </a:stretch>
        </p:blipFill>
        <p:spPr>
          <a:xfrm>
            <a:off x="128340" y="1027906"/>
            <a:ext cx="7847406" cy="4168934"/>
          </a:xfrm>
          <a:prstGeom prst="rect">
            <a:avLst/>
          </a:prstGeom>
        </p:spPr>
      </p:pic>
      <p:pic>
        <p:nvPicPr>
          <p:cNvPr id="5" name="Picture 4">
            <a:extLst>
              <a:ext uri="{FF2B5EF4-FFF2-40B4-BE49-F238E27FC236}">
                <a16:creationId xmlns:a16="http://schemas.microsoft.com/office/drawing/2014/main" id="{B0B34162-CE95-4155-8F31-A15AF9DDED07}"/>
              </a:ext>
            </a:extLst>
          </p:cNvPr>
          <p:cNvPicPr>
            <a:picLocks noChangeAspect="1"/>
          </p:cNvPicPr>
          <p:nvPr/>
        </p:nvPicPr>
        <p:blipFill>
          <a:blip r:embed="rId3"/>
          <a:stretch>
            <a:fillRect/>
          </a:stretch>
        </p:blipFill>
        <p:spPr>
          <a:xfrm>
            <a:off x="7975746" y="1231265"/>
            <a:ext cx="3553321" cy="3191320"/>
          </a:xfrm>
          <a:prstGeom prst="rect">
            <a:avLst/>
          </a:prstGeom>
        </p:spPr>
      </p:pic>
    </p:spTree>
    <p:extLst>
      <p:ext uri="{BB962C8B-B14F-4D97-AF65-F5344CB8AC3E}">
        <p14:creationId xmlns:p14="http://schemas.microsoft.com/office/powerpoint/2010/main" val="1558765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16AF9E6-EB96-D245-B4D2-8AC43D3445C3}"/>
              </a:ext>
            </a:extLst>
          </p:cNvPr>
          <p:cNvSpPr>
            <a:spLocks noGrp="1"/>
          </p:cNvSpPr>
          <p:nvPr>
            <p:ph type="title"/>
          </p:nvPr>
        </p:nvSpPr>
        <p:spPr>
          <a:noFill/>
        </p:spPr>
        <p:txBody>
          <a:bodyPr anchor="t">
            <a:noAutofit/>
          </a:bodyPr>
          <a:lstStyle/>
          <a:p>
            <a:pPr marL="0" indent="0" defTabSz="739775">
              <a:buNone/>
              <a:tabLst>
                <a:tab pos="442913" algn="l"/>
                <a:tab pos="9859963" algn="l"/>
              </a:tabLst>
            </a:pPr>
            <a:r>
              <a:rPr lang="en-US" dirty="0">
                <a:latin typeface="Calibri" panose="020F0502020204030204" pitchFamily="34" charset="0"/>
                <a:ea typeface="Source Sans Pro" panose="020B0503030403020204" pitchFamily="34" charset="0"/>
                <a:cs typeface="Calibri" panose="020F0502020204030204" pitchFamily="34" charset="0"/>
              </a:rPr>
              <a:t>1.	</a:t>
            </a:r>
            <a:r>
              <a:rPr lang="en-US" dirty="0"/>
              <a:t>Draw a simple electrical cell. </a:t>
            </a:r>
            <a:r>
              <a:rPr lang="en-US" b="0" dirty="0">
                <a:latin typeface="Calibri" panose="020F0502020204030204" pitchFamily="34" charset="0"/>
                <a:ea typeface="Source Sans Pro" panose="020B0503030403020204" pitchFamily="34" charset="0"/>
                <a:cs typeface="Calibri" panose="020F0502020204030204" pitchFamily="34" charset="0"/>
              </a:rPr>
              <a:t>3 marks</a:t>
            </a:r>
            <a:br>
              <a:rPr lang="en-US" b="0" dirty="0">
                <a:latin typeface="Calibri" panose="020F0502020204030204" pitchFamily="34" charset="0"/>
                <a:ea typeface="Source Sans Pro" panose="020B0503030403020204" pitchFamily="34" charset="0"/>
                <a:cs typeface="Calibri" panose="020F0502020204030204" pitchFamily="34" charset="0"/>
              </a:rPr>
            </a:br>
            <a:br>
              <a:rPr lang="en-US" b="0" dirty="0">
                <a:latin typeface="Calibri" panose="020F0502020204030204" pitchFamily="34" charset="0"/>
                <a:ea typeface="Source Sans Pro" panose="020B0503030403020204" pitchFamily="34" charset="0"/>
                <a:cs typeface="Calibri" panose="020F0502020204030204" pitchFamily="34" charset="0"/>
              </a:rPr>
            </a:br>
            <a:r>
              <a:rPr lang="en-US" b="0" dirty="0">
                <a:latin typeface="Calibri" panose="020F0502020204030204" pitchFamily="34" charset="0"/>
                <a:ea typeface="Source Sans Pro" panose="020B0503030403020204" pitchFamily="34" charset="0"/>
                <a:cs typeface="Calibri" panose="020F0502020204030204" pitchFamily="34" charset="0"/>
              </a:rPr>
              <a:t>	</a:t>
            </a:r>
            <a:endParaRPr lang="en-US" b="0" dirty="0">
              <a:solidFill>
                <a:srgbClr val="124330"/>
              </a:solidFill>
              <a:latin typeface="Calibri" panose="020F0502020204030204" pitchFamily="34" charset="0"/>
              <a:ea typeface="Source Sans Pro" panose="020B0503030403020204" pitchFamily="34" charset="0"/>
              <a:cs typeface="Calibri" panose="020F0502020204030204" pitchFamily="34" charset="0"/>
            </a:endParaRPr>
          </a:p>
        </p:txBody>
      </p:sp>
      <p:sp>
        <p:nvSpPr>
          <p:cNvPr id="5" name="Content Placeholder 2">
            <a:extLst>
              <a:ext uri="{FF2B5EF4-FFF2-40B4-BE49-F238E27FC236}">
                <a16:creationId xmlns:a16="http://schemas.microsoft.com/office/drawing/2014/main" id="{D7E804F4-66B7-3816-2D8D-9BAEE5E66EF7}"/>
              </a:ext>
            </a:extLst>
          </p:cNvPr>
          <p:cNvSpPr txBox="1">
            <a:spLocks/>
          </p:cNvSpPr>
          <p:nvPr/>
        </p:nvSpPr>
        <p:spPr>
          <a:xfrm>
            <a:off x="243718" y="1690688"/>
            <a:ext cx="8052144" cy="30998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indent="-342900"/>
            <a:r>
              <a:rPr lang="en-US" sz="3200" dirty="0">
                <a:solidFill>
                  <a:srgbClr val="00B050"/>
                </a:solidFill>
              </a:rPr>
              <a:t>Two electrodes made of different metals. [1]</a:t>
            </a:r>
          </a:p>
          <a:p>
            <a:pPr marL="800100" indent="-342900"/>
            <a:r>
              <a:rPr lang="en-US" sz="3200" dirty="0">
                <a:solidFill>
                  <a:srgbClr val="00B050"/>
                </a:solidFill>
              </a:rPr>
              <a:t>Attached to a voltmeter. [1] </a:t>
            </a:r>
          </a:p>
          <a:p>
            <a:pPr marL="800100" indent="-342900"/>
            <a:r>
              <a:rPr lang="en-US" sz="3200" dirty="0">
                <a:solidFill>
                  <a:srgbClr val="00B050"/>
                </a:solidFill>
              </a:rPr>
              <a:t>Electrodes dipping in a solution containing ions. [1]</a:t>
            </a:r>
            <a:r>
              <a:rPr lang="en-US" sz="3200" b="1" dirty="0">
                <a:solidFill>
                  <a:srgbClr val="00B050"/>
                </a:solidFill>
              </a:rPr>
              <a:t> </a:t>
            </a:r>
            <a:endParaRPr lang="en-GB" sz="3200" dirty="0">
              <a:solidFill>
                <a:srgbClr val="00B050"/>
              </a:solidFill>
            </a:endParaRPr>
          </a:p>
          <a:p>
            <a:pPr marL="800100" indent="-342900" defTabSz="403225">
              <a:tabLst>
                <a:tab pos="403225" algn="l"/>
              </a:tabLst>
            </a:pPr>
            <a:endParaRPr lang="en-GB" sz="3200" dirty="0">
              <a:solidFill>
                <a:srgbClr val="00B050"/>
              </a:solidFill>
            </a:endParaRPr>
          </a:p>
          <a:p>
            <a:pPr marL="800100" indent="-342900"/>
            <a:endParaRPr lang="en-US" sz="3200" b="1" dirty="0">
              <a:solidFill>
                <a:srgbClr val="00B050"/>
              </a:solidFill>
            </a:endParaRPr>
          </a:p>
          <a:p>
            <a:pPr marL="800100" indent="-342900"/>
            <a:endParaRPr lang="en-US" sz="3200" b="1" dirty="0">
              <a:solidFill>
                <a:srgbClr val="00B050"/>
              </a:solidFill>
            </a:endParaRPr>
          </a:p>
        </p:txBody>
      </p:sp>
      <p:pic>
        <p:nvPicPr>
          <p:cNvPr id="3" name="Picture 2" descr="A close-up of a cylinder&#10;&#10;Description automatically generated">
            <a:extLst>
              <a:ext uri="{FF2B5EF4-FFF2-40B4-BE49-F238E27FC236}">
                <a16:creationId xmlns:a16="http://schemas.microsoft.com/office/drawing/2014/main" id="{8ED48CBE-8B68-477B-3163-31586C6A939F}"/>
              </a:ext>
            </a:extLst>
          </p:cNvPr>
          <p:cNvPicPr>
            <a:picLocks noChangeAspect="1"/>
          </p:cNvPicPr>
          <p:nvPr/>
        </p:nvPicPr>
        <p:blipFill>
          <a:blip r:embed="rId3"/>
          <a:stretch>
            <a:fillRect/>
          </a:stretch>
        </p:blipFill>
        <p:spPr>
          <a:xfrm>
            <a:off x="8171195" y="1825625"/>
            <a:ext cx="3038350" cy="3714347"/>
          </a:xfrm>
          <a:prstGeom prst="rect">
            <a:avLst/>
          </a:prstGeom>
        </p:spPr>
      </p:pic>
    </p:spTree>
    <p:extLst>
      <p:ext uri="{BB962C8B-B14F-4D97-AF65-F5344CB8AC3E}">
        <p14:creationId xmlns:p14="http://schemas.microsoft.com/office/powerpoint/2010/main" val="1577769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16AF9E6-EB96-D245-B4D2-8AC43D3445C3}"/>
              </a:ext>
            </a:extLst>
          </p:cNvPr>
          <p:cNvSpPr>
            <a:spLocks noGrp="1"/>
          </p:cNvSpPr>
          <p:nvPr>
            <p:ph type="title"/>
          </p:nvPr>
        </p:nvSpPr>
        <p:spPr>
          <a:noFill/>
        </p:spPr>
        <p:txBody>
          <a:bodyPr anchor="t">
            <a:noAutofit/>
          </a:bodyPr>
          <a:lstStyle/>
          <a:p>
            <a:pPr marL="0" indent="0" defTabSz="739775">
              <a:buNone/>
              <a:tabLst>
                <a:tab pos="442913" algn="l"/>
                <a:tab pos="9859963" algn="l"/>
              </a:tabLst>
            </a:pPr>
            <a:r>
              <a:rPr lang="en-US" dirty="0"/>
              <a:t>2.	</a:t>
            </a:r>
            <a:r>
              <a:rPr lang="en-US" dirty="0">
                <a:latin typeface="Calibri" panose="020F0502020204030204" pitchFamily="34" charset="0"/>
                <a:ea typeface="Source Sans Pro" panose="020B0503030403020204" pitchFamily="34" charset="0"/>
                <a:cs typeface="Calibri" panose="020F0502020204030204" pitchFamily="34" charset="0"/>
              </a:rPr>
              <a:t>Describe how you can produce the biggest voltage in a cell. </a:t>
            </a:r>
            <a:r>
              <a:rPr lang="en-US" b="0" dirty="0">
                <a:latin typeface="Calibri" panose="020F0502020204030204" pitchFamily="34" charset="0"/>
                <a:ea typeface="Source Sans Pro" panose="020B0503030403020204" pitchFamily="34" charset="0"/>
                <a:cs typeface="Calibri" panose="020F0502020204030204" pitchFamily="34" charset="0"/>
              </a:rPr>
              <a:t>1 mark</a:t>
            </a:r>
            <a:br>
              <a:rPr lang="en-US" b="0" dirty="0">
                <a:latin typeface="Calibri" panose="020F0502020204030204" pitchFamily="34" charset="0"/>
                <a:ea typeface="Source Sans Pro" panose="020B0503030403020204" pitchFamily="34" charset="0"/>
                <a:cs typeface="Calibri" panose="020F0502020204030204" pitchFamily="34" charset="0"/>
              </a:rPr>
            </a:br>
            <a:r>
              <a:rPr lang="en-US" b="0" dirty="0">
                <a:latin typeface="Calibri" panose="020F0502020204030204" pitchFamily="34" charset="0"/>
                <a:ea typeface="Source Sans Pro" panose="020B0503030403020204" pitchFamily="34" charset="0"/>
                <a:cs typeface="Calibri" panose="020F0502020204030204" pitchFamily="34" charset="0"/>
              </a:rPr>
              <a:t>	</a:t>
            </a:r>
            <a:endParaRPr lang="en-US" b="0" dirty="0">
              <a:solidFill>
                <a:srgbClr val="124330"/>
              </a:solidFill>
              <a:latin typeface="Calibri" panose="020F0502020204030204" pitchFamily="34" charset="0"/>
              <a:ea typeface="Source Sans Pro" panose="020B0503030403020204" pitchFamily="34" charset="0"/>
              <a:cs typeface="Calibri" panose="020F0502020204030204" pitchFamily="34" charset="0"/>
            </a:endParaRPr>
          </a:p>
        </p:txBody>
      </p:sp>
      <p:sp>
        <p:nvSpPr>
          <p:cNvPr id="5" name="Content Placeholder 2">
            <a:extLst>
              <a:ext uri="{FF2B5EF4-FFF2-40B4-BE49-F238E27FC236}">
                <a16:creationId xmlns:a16="http://schemas.microsoft.com/office/drawing/2014/main" id="{D7E804F4-66B7-3816-2D8D-9BAEE5E66EF7}"/>
              </a:ext>
            </a:extLst>
          </p:cNvPr>
          <p:cNvSpPr txBox="1">
            <a:spLocks/>
          </p:cNvSpPr>
          <p:nvPr/>
        </p:nvSpPr>
        <p:spPr>
          <a:xfrm>
            <a:off x="349734" y="2188387"/>
            <a:ext cx="9446653" cy="30998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indent="-342900"/>
            <a:r>
              <a:rPr lang="en-US" sz="3600" dirty="0">
                <a:solidFill>
                  <a:srgbClr val="00B050"/>
                </a:solidFill>
              </a:rPr>
              <a:t>Select two metals with the greatest difference in reactivity. [1]</a:t>
            </a:r>
            <a:r>
              <a:rPr lang="en-GB" sz="3600" dirty="0">
                <a:solidFill>
                  <a:srgbClr val="00B050"/>
                </a:solidFill>
              </a:rPr>
              <a:t> </a:t>
            </a:r>
            <a:endParaRPr lang="en-US" sz="3600" b="1" dirty="0">
              <a:solidFill>
                <a:srgbClr val="00B050"/>
              </a:solidFill>
            </a:endParaRPr>
          </a:p>
          <a:p>
            <a:pPr marL="800100" indent="-342900" defTabSz="403225">
              <a:tabLst>
                <a:tab pos="403225" algn="l"/>
              </a:tabLst>
            </a:pPr>
            <a:endParaRPr lang="en-GB" sz="3600" dirty="0">
              <a:solidFill>
                <a:srgbClr val="00B050"/>
              </a:solidFill>
            </a:endParaRPr>
          </a:p>
          <a:p>
            <a:pPr marL="800100" indent="-342900"/>
            <a:endParaRPr lang="en-US" sz="3600" b="1" dirty="0">
              <a:solidFill>
                <a:srgbClr val="00B050"/>
              </a:solidFill>
            </a:endParaRPr>
          </a:p>
          <a:p>
            <a:pPr marL="800100" indent="-342900"/>
            <a:endParaRPr lang="en-US" sz="3600" b="1" dirty="0">
              <a:solidFill>
                <a:srgbClr val="00B050"/>
              </a:solidFill>
            </a:endParaRPr>
          </a:p>
        </p:txBody>
      </p:sp>
    </p:spTree>
    <p:extLst>
      <p:ext uri="{BB962C8B-B14F-4D97-AF65-F5344CB8AC3E}">
        <p14:creationId xmlns:p14="http://schemas.microsoft.com/office/powerpoint/2010/main" val="3124612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16AF9E6-EB96-D245-B4D2-8AC43D3445C3}"/>
              </a:ext>
            </a:extLst>
          </p:cNvPr>
          <p:cNvSpPr>
            <a:spLocks noGrp="1"/>
          </p:cNvSpPr>
          <p:nvPr>
            <p:ph type="title"/>
          </p:nvPr>
        </p:nvSpPr>
        <p:spPr>
          <a:noFill/>
        </p:spPr>
        <p:txBody>
          <a:bodyPr anchor="t">
            <a:noAutofit/>
          </a:bodyPr>
          <a:lstStyle/>
          <a:p>
            <a:pPr marL="0" indent="0" defTabSz="739775">
              <a:buNone/>
              <a:tabLst>
                <a:tab pos="442913" algn="l"/>
                <a:tab pos="835025" algn="l"/>
                <a:tab pos="9859963" algn="l"/>
              </a:tabLst>
            </a:pPr>
            <a:r>
              <a:rPr lang="en-US" sz="2800" dirty="0"/>
              <a:t>3.	</a:t>
            </a:r>
            <a:r>
              <a:rPr lang="en-US" sz="2800" dirty="0">
                <a:solidFill>
                  <a:srgbClr val="C00000"/>
                </a:solidFill>
              </a:rPr>
              <a:t>H</a:t>
            </a:r>
            <a:r>
              <a:rPr lang="en-US" sz="2800" dirty="0"/>
              <a:t>  </a:t>
            </a:r>
            <a:r>
              <a:rPr lang="en-US" sz="2800" dirty="0">
                <a:latin typeface="Calibri" panose="020F0502020204030204" pitchFamily="34" charset="0"/>
                <a:ea typeface="Source Sans Pro" panose="020B0503030403020204" pitchFamily="34" charset="0"/>
                <a:cs typeface="Calibri" panose="020F0502020204030204" pitchFamily="34" charset="0"/>
              </a:rPr>
              <a:t>An electrical cell is made using the metals iron and zinc as the two electrodes, and a salt solution as the electrolyte.</a:t>
            </a:r>
            <a:br>
              <a:rPr lang="en-US" sz="2800" dirty="0">
                <a:latin typeface="Calibri" panose="020F0502020204030204" pitchFamily="34" charset="0"/>
                <a:ea typeface="Source Sans Pro" panose="020B0503030403020204" pitchFamily="34" charset="0"/>
                <a:cs typeface="Calibri" panose="020F0502020204030204" pitchFamily="34" charset="0"/>
              </a:rPr>
            </a:br>
            <a:r>
              <a:rPr lang="en-US" sz="2800" dirty="0">
                <a:latin typeface="Calibri" panose="020F0502020204030204" pitchFamily="34" charset="0"/>
                <a:ea typeface="Source Sans Pro" panose="020B0503030403020204" pitchFamily="34" charset="0"/>
                <a:cs typeface="Calibri" panose="020F0502020204030204" pitchFamily="34" charset="0"/>
              </a:rPr>
              <a:t>	a.</a:t>
            </a:r>
            <a:r>
              <a:rPr lang="en-US" sz="2800" b="0" dirty="0">
                <a:latin typeface="Calibri" panose="020F0502020204030204" pitchFamily="34" charset="0"/>
                <a:ea typeface="Source Sans Pro" panose="020B0503030403020204" pitchFamily="34" charset="0"/>
                <a:cs typeface="Calibri" panose="020F0502020204030204" pitchFamily="34" charset="0"/>
              </a:rPr>
              <a:t>	</a:t>
            </a:r>
            <a:r>
              <a:rPr lang="en-US" sz="2800" dirty="0">
                <a:latin typeface="Calibri" panose="020F0502020204030204" pitchFamily="34" charset="0"/>
                <a:ea typeface="Source Sans Pro" panose="020B0503030403020204" pitchFamily="34" charset="0"/>
                <a:cs typeface="Calibri" panose="020F0502020204030204" pitchFamily="34" charset="0"/>
              </a:rPr>
              <a:t>Name the metal that is reduced in the cell. </a:t>
            </a:r>
            <a:r>
              <a:rPr lang="en-US" sz="2800" b="0" dirty="0">
                <a:latin typeface="Calibri" panose="020F0502020204030204" pitchFamily="34" charset="0"/>
                <a:ea typeface="Source Sans Pro" panose="020B0503030403020204" pitchFamily="34" charset="0"/>
                <a:cs typeface="Calibri" panose="020F0502020204030204" pitchFamily="34" charset="0"/>
              </a:rPr>
              <a:t>1 mark</a:t>
            </a:r>
            <a:br>
              <a:rPr lang="en-US" sz="2800" b="0" dirty="0">
                <a:latin typeface="Calibri" panose="020F0502020204030204" pitchFamily="34" charset="0"/>
                <a:ea typeface="Source Sans Pro" panose="020B0503030403020204" pitchFamily="34" charset="0"/>
                <a:cs typeface="Calibri" panose="020F0502020204030204" pitchFamily="34" charset="0"/>
              </a:rPr>
            </a:br>
            <a:r>
              <a:rPr lang="en-US" sz="2800" b="0" dirty="0">
                <a:latin typeface="Calibri" panose="020F0502020204030204" pitchFamily="34" charset="0"/>
                <a:ea typeface="Source Sans Pro" panose="020B0503030403020204" pitchFamily="34" charset="0"/>
                <a:cs typeface="Calibri" panose="020F0502020204030204" pitchFamily="34" charset="0"/>
              </a:rPr>
              <a:t>	</a:t>
            </a:r>
            <a:r>
              <a:rPr lang="en-US" sz="2800" dirty="0">
                <a:latin typeface="Calibri" panose="020F0502020204030204" pitchFamily="34" charset="0"/>
                <a:ea typeface="Source Sans Pro" panose="020B0503030403020204" pitchFamily="34" charset="0"/>
                <a:cs typeface="Calibri" panose="020F0502020204030204" pitchFamily="34" charset="0"/>
              </a:rPr>
              <a:t>b.</a:t>
            </a:r>
            <a:r>
              <a:rPr lang="en-US" sz="2800" b="0" dirty="0">
                <a:latin typeface="Calibri" panose="020F0502020204030204" pitchFamily="34" charset="0"/>
                <a:ea typeface="Source Sans Pro" panose="020B0503030403020204" pitchFamily="34" charset="0"/>
                <a:cs typeface="Calibri" panose="020F0502020204030204" pitchFamily="34" charset="0"/>
              </a:rPr>
              <a:t>	</a:t>
            </a:r>
            <a:r>
              <a:rPr lang="en-US" sz="2800" dirty="0">
                <a:latin typeface="Calibri" panose="020F0502020204030204" pitchFamily="34" charset="0"/>
                <a:ea typeface="Source Sans Pro" panose="020B0503030403020204" pitchFamily="34" charset="0"/>
                <a:cs typeface="Calibri" panose="020F0502020204030204" pitchFamily="34" charset="0"/>
              </a:rPr>
              <a:t>Explain which metal will act as the negative terminal of the cell. Include two half equations in your answer. </a:t>
            </a:r>
            <a:r>
              <a:rPr lang="en-US" sz="2800" b="0" dirty="0">
                <a:latin typeface="Calibri" panose="020F0502020204030204" pitchFamily="34" charset="0"/>
                <a:ea typeface="Source Sans Pro" panose="020B0503030403020204" pitchFamily="34" charset="0"/>
                <a:cs typeface="Calibri" panose="020F0502020204030204" pitchFamily="34" charset="0"/>
              </a:rPr>
              <a:t>6 marks</a:t>
            </a:r>
            <a:br>
              <a:rPr lang="en-US" sz="2800" dirty="0">
                <a:latin typeface="Calibri" panose="020F0502020204030204" pitchFamily="34" charset="0"/>
                <a:ea typeface="Source Sans Pro" panose="020B0503030403020204" pitchFamily="34" charset="0"/>
                <a:cs typeface="Calibri" panose="020F0502020204030204" pitchFamily="34" charset="0"/>
              </a:rPr>
            </a:br>
            <a:endParaRPr lang="en-US" sz="2800" b="0" dirty="0">
              <a:solidFill>
                <a:srgbClr val="124330"/>
              </a:solidFill>
              <a:latin typeface="Calibri" panose="020F0502020204030204" pitchFamily="34" charset="0"/>
              <a:ea typeface="Source Sans Pro" panose="020B0503030403020204" pitchFamily="34" charset="0"/>
              <a:cs typeface="Calibri" panose="020F0502020204030204" pitchFamily="34" charset="0"/>
            </a:endParaRPr>
          </a:p>
        </p:txBody>
      </p:sp>
      <p:sp>
        <p:nvSpPr>
          <p:cNvPr id="5" name="Content Placeholder 2">
            <a:extLst>
              <a:ext uri="{FF2B5EF4-FFF2-40B4-BE49-F238E27FC236}">
                <a16:creationId xmlns:a16="http://schemas.microsoft.com/office/drawing/2014/main" id="{D7E804F4-66B7-3816-2D8D-9BAEE5E66EF7}"/>
              </a:ext>
            </a:extLst>
          </p:cNvPr>
          <p:cNvSpPr txBox="1">
            <a:spLocks/>
          </p:cNvSpPr>
          <p:nvPr/>
        </p:nvSpPr>
        <p:spPr>
          <a:xfrm>
            <a:off x="997941" y="2349398"/>
            <a:ext cx="10355859" cy="325096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0">
              <a:buNone/>
            </a:pPr>
            <a:r>
              <a:rPr lang="en-US" sz="2400" b="1" dirty="0">
                <a:solidFill>
                  <a:srgbClr val="00B050"/>
                </a:solidFill>
              </a:rPr>
              <a:t>a.	</a:t>
            </a:r>
            <a:r>
              <a:rPr lang="en-US" sz="2400" dirty="0">
                <a:solidFill>
                  <a:srgbClr val="00B050"/>
                </a:solidFill>
              </a:rPr>
              <a:t>Iron. [1]</a:t>
            </a:r>
          </a:p>
          <a:p>
            <a:pPr marL="457200" indent="0">
              <a:buNone/>
            </a:pPr>
            <a:r>
              <a:rPr lang="en-US" sz="2400" b="1" dirty="0">
                <a:solidFill>
                  <a:srgbClr val="00B050"/>
                </a:solidFill>
              </a:rPr>
              <a:t>b.</a:t>
            </a:r>
            <a:endParaRPr lang="en-US" sz="2400" dirty="0">
              <a:solidFill>
                <a:srgbClr val="00B050"/>
              </a:solidFill>
            </a:endParaRPr>
          </a:p>
          <a:p>
            <a:pPr marL="1257300" lvl="1" indent="-342900"/>
            <a:r>
              <a:rPr lang="en-US" sz="2400" dirty="0">
                <a:solidFill>
                  <a:srgbClr val="00B050"/>
                </a:solidFill>
              </a:rPr>
              <a:t>Zinc, more reactive than iron. [1] </a:t>
            </a:r>
          </a:p>
          <a:p>
            <a:pPr marL="1257300" lvl="1" indent="-342900"/>
            <a:r>
              <a:rPr lang="en-US" sz="2400" dirty="0">
                <a:solidFill>
                  <a:srgbClr val="00B050"/>
                </a:solidFill>
              </a:rPr>
              <a:t>Greater tendency to lose electrons and form positive ions. [1] </a:t>
            </a:r>
          </a:p>
          <a:p>
            <a:pPr marL="1257300" lvl="1" indent="-342900"/>
            <a:r>
              <a:rPr lang="en-US" sz="2400" dirty="0">
                <a:solidFill>
                  <a:srgbClr val="00B050"/>
                </a:solidFill>
              </a:rPr>
              <a:t>Zinc atoms </a:t>
            </a:r>
            <a:r>
              <a:rPr lang="en-GB" sz="2400" b="1" dirty="0">
                <a:solidFill>
                  <a:srgbClr val="00B050"/>
                </a:solidFill>
              </a:rPr>
              <a:t>⟶</a:t>
            </a:r>
            <a:r>
              <a:rPr lang="en-US" sz="2400" dirty="0">
                <a:solidFill>
                  <a:srgbClr val="00B050"/>
                </a:solidFill>
              </a:rPr>
              <a:t> </a:t>
            </a:r>
            <a:r>
              <a:rPr lang="en-US" sz="2400" dirty="0">
                <a:solidFill>
                  <a:srgbClr val="00B050"/>
                </a:solidFill>
                <a:latin typeface="ITC Berkeley Oldstyle Std" panose="02090503050306020404" pitchFamily="18" charset="0"/>
              </a:rPr>
              <a:t>Zn</a:t>
            </a:r>
            <a:r>
              <a:rPr lang="en-US" sz="2400" baseline="30000" dirty="0">
                <a:solidFill>
                  <a:srgbClr val="00B050"/>
                </a:solidFill>
                <a:latin typeface="ITC Berkeley Oldstyle Std" panose="02090503050306020404" pitchFamily="18" charset="0"/>
              </a:rPr>
              <a:t>2+</a:t>
            </a:r>
            <a:r>
              <a:rPr lang="en-US" sz="2400" dirty="0">
                <a:solidFill>
                  <a:srgbClr val="00B050"/>
                </a:solidFill>
                <a:latin typeface="ITC Berkeley Oldstyle Std" panose="02090503050306020404" pitchFamily="18" charset="0"/>
              </a:rPr>
              <a:t> </a:t>
            </a:r>
            <a:r>
              <a:rPr lang="en-US" sz="2400" dirty="0">
                <a:solidFill>
                  <a:srgbClr val="00B050"/>
                </a:solidFill>
              </a:rPr>
              <a:t>ions at negative terminal, donating 2 electrons to iron(II) ions. [1]</a:t>
            </a:r>
          </a:p>
          <a:p>
            <a:pPr marL="1257300" lvl="1" indent="-342900"/>
            <a:r>
              <a:rPr lang="en-US" sz="2400" dirty="0">
                <a:solidFill>
                  <a:srgbClr val="00B050"/>
                </a:solidFill>
                <a:latin typeface="ITC Berkeley Oldstyle Std" panose="02090503050306020404" pitchFamily="18" charset="0"/>
              </a:rPr>
              <a:t>Zn </a:t>
            </a:r>
            <a:r>
              <a:rPr lang="en-GB" sz="2400" b="1" dirty="0">
                <a:solidFill>
                  <a:srgbClr val="00B050"/>
                </a:solidFill>
                <a:latin typeface="ITC Berkeley Oldstyle Std" panose="02090503050306020404" pitchFamily="18" charset="0"/>
              </a:rPr>
              <a:t>⟶</a:t>
            </a:r>
            <a:r>
              <a:rPr lang="en-US" sz="2400" dirty="0">
                <a:solidFill>
                  <a:srgbClr val="00B050"/>
                </a:solidFill>
                <a:latin typeface="ITC Berkeley Oldstyle Std" panose="02090503050306020404" pitchFamily="18" charset="0"/>
              </a:rPr>
              <a:t> Zn</a:t>
            </a:r>
            <a:r>
              <a:rPr lang="en-US" sz="2400" baseline="30000" dirty="0">
                <a:solidFill>
                  <a:srgbClr val="00B050"/>
                </a:solidFill>
                <a:latin typeface="ITC Berkeley Oldstyle Std" panose="02090503050306020404" pitchFamily="18" charset="0"/>
              </a:rPr>
              <a:t>2+</a:t>
            </a:r>
            <a:r>
              <a:rPr lang="en-US" sz="2400" dirty="0">
                <a:solidFill>
                  <a:srgbClr val="00B050"/>
                </a:solidFill>
                <a:latin typeface="ITC Berkeley Oldstyle Std" panose="02090503050306020404" pitchFamily="18" charset="0"/>
              </a:rPr>
              <a:t> + 2e</a:t>
            </a:r>
            <a:r>
              <a:rPr lang="en-US" sz="2400" baseline="30000" dirty="0">
                <a:solidFill>
                  <a:srgbClr val="00B050"/>
                </a:solidFill>
                <a:latin typeface="ITC Berkeley Oldstyle Std" panose="02090503050306020404" pitchFamily="18" charset="0"/>
              </a:rPr>
              <a:t>−</a:t>
            </a:r>
            <a:r>
              <a:rPr lang="en-US" sz="2400" dirty="0">
                <a:solidFill>
                  <a:srgbClr val="00B050"/>
                </a:solidFill>
                <a:latin typeface="ITC Berkeley Oldstyle Std" panose="02090503050306020404" pitchFamily="18" charset="0"/>
              </a:rPr>
              <a:t> </a:t>
            </a:r>
            <a:r>
              <a:rPr lang="en-US" sz="2400" dirty="0">
                <a:solidFill>
                  <a:srgbClr val="00B050"/>
                </a:solidFill>
              </a:rPr>
              <a:t>[1] </a:t>
            </a:r>
          </a:p>
          <a:p>
            <a:pPr marL="1257300" lvl="1" indent="-342900"/>
            <a:r>
              <a:rPr lang="en-US" sz="2400" dirty="0">
                <a:solidFill>
                  <a:srgbClr val="00B050"/>
                </a:solidFill>
                <a:latin typeface="ITC Berkeley Oldstyle Std" panose="02090503050306020404" pitchFamily="18" charset="0"/>
              </a:rPr>
              <a:t>Fe</a:t>
            </a:r>
            <a:r>
              <a:rPr lang="en-US" sz="2400" baseline="30000" dirty="0">
                <a:solidFill>
                  <a:srgbClr val="00B050"/>
                </a:solidFill>
                <a:latin typeface="ITC Berkeley Oldstyle Std" panose="02090503050306020404" pitchFamily="18" charset="0"/>
              </a:rPr>
              <a:t>2+</a:t>
            </a:r>
            <a:r>
              <a:rPr lang="en-US" sz="2400" dirty="0">
                <a:solidFill>
                  <a:srgbClr val="00B050"/>
                </a:solidFill>
                <a:latin typeface="ITC Berkeley Oldstyle Std" panose="02090503050306020404" pitchFamily="18" charset="0"/>
              </a:rPr>
              <a:t> </a:t>
            </a:r>
            <a:r>
              <a:rPr lang="en-US" sz="2400" dirty="0">
                <a:solidFill>
                  <a:srgbClr val="00B050"/>
                </a:solidFill>
              </a:rPr>
              <a:t>ions </a:t>
            </a:r>
            <a:r>
              <a:rPr lang="en-GB" sz="2400" b="1" dirty="0">
                <a:solidFill>
                  <a:srgbClr val="00B050"/>
                </a:solidFill>
              </a:rPr>
              <a:t>⟶</a:t>
            </a:r>
            <a:r>
              <a:rPr lang="en-US" sz="2400" dirty="0">
                <a:solidFill>
                  <a:srgbClr val="00B050"/>
                </a:solidFill>
              </a:rPr>
              <a:t> iron atoms at positive terminal. [1] </a:t>
            </a:r>
          </a:p>
          <a:p>
            <a:pPr marL="1257300" lvl="1" indent="-342900"/>
            <a:r>
              <a:rPr lang="en-US" sz="2400" dirty="0">
                <a:solidFill>
                  <a:srgbClr val="00B050"/>
                </a:solidFill>
                <a:latin typeface="ITC Berkeley Oldstyle Std" panose="02090503050306020404" pitchFamily="18" charset="0"/>
              </a:rPr>
              <a:t>Fe</a:t>
            </a:r>
            <a:r>
              <a:rPr lang="en-US" sz="2400" baseline="30000" dirty="0">
                <a:solidFill>
                  <a:srgbClr val="00B050"/>
                </a:solidFill>
                <a:latin typeface="ITC Berkeley Oldstyle Std" panose="02090503050306020404" pitchFamily="18" charset="0"/>
              </a:rPr>
              <a:t>2+</a:t>
            </a:r>
            <a:r>
              <a:rPr lang="en-US" sz="2400" dirty="0">
                <a:solidFill>
                  <a:srgbClr val="00B050"/>
                </a:solidFill>
                <a:latin typeface="ITC Berkeley Oldstyle Std" panose="02090503050306020404" pitchFamily="18" charset="0"/>
              </a:rPr>
              <a:t>(</a:t>
            </a:r>
            <a:r>
              <a:rPr lang="en-US" sz="2400" dirty="0" err="1">
                <a:solidFill>
                  <a:srgbClr val="00B050"/>
                </a:solidFill>
                <a:latin typeface="ITC Berkeley Oldstyle Std" panose="02090503050306020404" pitchFamily="18" charset="0"/>
              </a:rPr>
              <a:t>aq</a:t>
            </a:r>
            <a:r>
              <a:rPr lang="en-US" sz="2400" dirty="0">
                <a:solidFill>
                  <a:srgbClr val="00B050"/>
                </a:solidFill>
                <a:latin typeface="ITC Berkeley Oldstyle Std" panose="02090503050306020404" pitchFamily="18" charset="0"/>
              </a:rPr>
              <a:t>) + 2 e</a:t>
            </a:r>
            <a:r>
              <a:rPr lang="en-US" sz="2400" baseline="30000" dirty="0">
                <a:solidFill>
                  <a:srgbClr val="00B050"/>
                </a:solidFill>
              </a:rPr>
              <a:t>−</a:t>
            </a:r>
            <a:r>
              <a:rPr lang="en-US" sz="2400" dirty="0">
                <a:solidFill>
                  <a:srgbClr val="00B050"/>
                </a:solidFill>
              </a:rPr>
              <a:t> </a:t>
            </a:r>
            <a:r>
              <a:rPr lang="en-GB" sz="2400" b="1" dirty="0">
                <a:solidFill>
                  <a:srgbClr val="00B050"/>
                </a:solidFill>
              </a:rPr>
              <a:t>⟶</a:t>
            </a:r>
            <a:r>
              <a:rPr lang="en-US" sz="2400" dirty="0">
                <a:solidFill>
                  <a:srgbClr val="00B050"/>
                </a:solidFill>
              </a:rPr>
              <a:t> </a:t>
            </a:r>
            <a:r>
              <a:rPr lang="en-US" sz="2400" dirty="0">
                <a:solidFill>
                  <a:srgbClr val="00B050"/>
                </a:solidFill>
                <a:latin typeface="ITC Berkeley Oldstyle Std" panose="02090503050306020404" pitchFamily="18" charset="0"/>
              </a:rPr>
              <a:t>Fe(s) </a:t>
            </a:r>
            <a:r>
              <a:rPr lang="en-US" sz="2400" dirty="0">
                <a:solidFill>
                  <a:srgbClr val="00B050"/>
                </a:solidFill>
              </a:rPr>
              <a:t>[1]</a:t>
            </a:r>
            <a:r>
              <a:rPr lang="en-GB" sz="2400" dirty="0">
                <a:solidFill>
                  <a:srgbClr val="00B050"/>
                </a:solidFill>
              </a:rPr>
              <a:t> </a:t>
            </a:r>
            <a:endParaRPr lang="en-US" sz="2400" b="1" dirty="0">
              <a:solidFill>
                <a:srgbClr val="00B050"/>
              </a:solidFill>
            </a:endParaRPr>
          </a:p>
          <a:p>
            <a:pPr marL="800100" indent="-342900" defTabSz="403225">
              <a:tabLst>
                <a:tab pos="403225" algn="l"/>
              </a:tabLst>
            </a:pPr>
            <a:endParaRPr lang="en-GB" sz="2400" dirty="0">
              <a:solidFill>
                <a:srgbClr val="00B050"/>
              </a:solidFill>
            </a:endParaRPr>
          </a:p>
          <a:p>
            <a:pPr marL="800100" indent="-342900"/>
            <a:endParaRPr lang="en-US" sz="2400" b="1" dirty="0">
              <a:solidFill>
                <a:srgbClr val="00B050"/>
              </a:solidFill>
            </a:endParaRPr>
          </a:p>
          <a:p>
            <a:pPr marL="800100" indent="-342900"/>
            <a:endParaRPr lang="en-US" sz="2400" b="1" dirty="0">
              <a:solidFill>
                <a:srgbClr val="00B050"/>
              </a:solidFill>
            </a:endParaRPr>
          </a:p>
        </p:txBody>
      </p:sp>
    </p:spTree>
    <p:extLst>
      <p:ext uri="{BB962C8B-B14F-4D97-AF65-F5344CB8AC3E}">
        <p14:creationId xmlns:p14="http://schemas.microsoft.com/office/powerpoint/2010/main" val="1898744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3">
            <a:extLst>
              <a:ext uri="{FF2B5EF4-FFF2-40B4-BE49-F238E27FC236}">
                <a16:creationId xmlns:a16="http://schemas.microsoft.com/office/drawing/2014/main" id="{116AF9E6-EB96-D245-B4D2-8AC43D3445C3}"/>
              </a:ext>
            </a:extLst>
          </p:cNvPr>
          <p:cNvSpPr>
            <a:spLocks noGrp="1"/>
          </p:cNvSpPr>
          <p:nvPr>
            <p:ph type="title"/>
          </p:nvPr>
        </p:nvSpPr>
        <p:spPr>
          <a:noFill/>
        </p:spPr>
        <p:txBody>
          <a:bodyPr anchor="t">
            <a:noAutofit/>
          </a:bodyPr>
          <a:lstStyle/>
          <a:p>
            <a:pPr marL="0" indent="0" defTabSz="492125">
              <a:buNone/>
              <a:tabLst>
                <a:tab pos="442913" algn="l"/>
                <a:tab pos="9859963" algn="l"/>
              </a:tabLst>
            </a:pPr>
            <a:r>
              <a:rPr lang="en-US" dirty="0"/>
              <a:t>4.	</a:t>
            </a:r>
            <a:r>
              <a:rPr lang="en-US" dirty="0">
                <a:latin typeface="Calibri" panose="020F0502020204030204" pitchFamily="34" charset="0"/>
                <a:ea typeface="Source Sans Pro" panose="020B0503030403020204" pitchFamily="34" charset="0"/>
                <a:cs typeface="Calibri" panose="020F0502020204030204" pitchFamily="34" charset="0"/>
              </a:rPr>
              <a:t>Using Figure 3, explain two disadvantages of the zinc-carbon cell compared with some other more modern cells. </a:t>
            </a:r>
            <a:r>
              <a:rPr lang="en-US" b="0" dirty="0">
                <a:latin typeface="Calibri" panose="020F0502020204030204" pitchFamily="34" charset="0"/>
                <a:ea typeface="Source Sans Pro" panose="020B0503030403020204" pitchFamily="34" charset="0"/>
                <a:cs typeface="Calibri" panose="020F0502020204030204" pitchFamily="34" charset="0"/>
              </a:rPr>
              <a:t>4 marks</a:t>
            </a:r>
            <a:br>
              <a:rPr lang="en-US" b="0" dirty="0">
                <a:latin typeface="Calibri" panose="020F0502020204030204" pitchFamily="34" charset="0"/>
                <a:ea typeface="Source Sans Pro" panose="020B0503030403020204" pitchFamily="34" charset="0"/>
                <a:cs typeface="Calibri" panose="020F0502020204030204" pitchFamily="34" charset="0"/>
              </a:rPr>
            </a:br>
            <a:r>
              <a:rPr lang="en-US" b="0" dirty="0">
                <a:latin typeface="Calibri" panose="020F0502020204030204" pitchFamily="34" charset="0"/>
                <a:ea typeface="Source Sans Pro" panose="020B0503030403020204" pitchFamily="34" charset="0"/>
                <a:cs typeface="Calibri" panose="020F0502020204030204" pitchFamily="34" charset="0"/>
              </a:rPr>
              <a:t>	</a:t>
            </a:r>
            <a:endParaRPr lang="en-US" b="0" dirty="0">
              <a:solidFill>
                <a:srgbClr val="124330"/>
              </a:solidFill>
              <a:latin typeface="Calibri" panose="020F0502020204030204" pitchFamily="34" charset="0"/>
              <a:ea typeface="Source Sans Pro" panose="020B0503030403020204" pitchFamily="34" charset="0"/>
              <a:cs typeface="Calibri" panose="020F0502020204030204" pitchFamily="34" charset="0"/>
            </a:endParaRPr>
          </a:p>
        </p:txBody>
      </p:sp>
      <p:sp>
        <p:nvSpPr>
          <p:cNvPr id="11" name="Content Placeholder 2">
            <a:extLst>
              <a:ext uri="{FF2B5EF4-FFF2-40B4-BE49-F238E27FC236}">
                <a16:creationId xmlns:a16="http://schemas.microsoft.com/office/drawing/2014/main" id="{D7E804F4-66B7-3816-2D8D-9BAEE5E66EF7}"/>
              </a:ext>
            </a:extLst>
          </p:cNvPr>
          <p:cNvSpPr txBox="1">
            <a:spLocks/>
          </p:cNvSpPr>
          <p:nvPr/>
        </p:nvSpPr>
        <p:spPr>
          <a:xfrm>
            <a:off x="467969" y="2403361"/>
            <a:ext cx="7218291" cy="29178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indent="-342900"/>
            <a:r>
              <a:rPr lang="en-US" sz="2800" dirty="0">
                <a:solidFill>
                  <a:srgbClr val="00B050"/>
                </a:solidFill>
              </a:rPr>
              <a:t>Once one reactant is used up cell stops working and must be discarded as it cannot be recharged [1] </a:t>
            </a:r>
          </a:p>
          <a:p>
            <a:pPr marL="800100" indent="-342900"/>
            <a:r>
              <a:rPr lang="en-US" sz="2800" dirty="0">
                <a:solidFill>
                  <a:srgbClr val="00B050"/>
                </a:solidFill>
              </a:rPr>
              <a:t>Prone to leakage if zinc casing is used up (as it changes to zinc ions) and dissolves releasing inner paste from outer casing [1]</a:t>
            </a:r>
            <a:endParaRPr lang="en-US" sz="2800" b="1" dirty="0">
              <a:solidFill>
                <a:srgbClr val="00B050"/>
              </a:solidFill>
            </a:endParaRPr>
          </a:p>
          <a:p>
            <a:pPr marL="800100" indent="-342900" defTabSz="403225">
              <a:tabLst>
                <a:tab pos="403225" algn="l"/>
              </a:tabLst>
            </a:pPr>
            <a:endParaRPr lang="en-GB" sz="2800" dirty="0">
              <a:solidFill>
                <a:srgbClr val="00B050"/>
              </a:solidFill>
            </a:endParaRPr>
          </a:p>
          <a:p>
            <a:pPr marL="800100" indent="-342900"/>
            <a:endParaRPr lang="en-US" sz="2800" b="1" dirty="0">
              <a:solidFill>
                <a:srgbClr val="00B050"/>
              </a:solidFill>
            </a:endParaRPr>
          </a:p>
          <a:p>
            <a:pPr marL="800100" indent="-342900"/>
            <a:endParaRPr lang="en-US" sz="2800" b="1" dirty="0">
              <a:solidFill>
                <a:srgbClr val="00B050"/>
              </a:solidFill>
            </a:endParaRPr>
          </a:p>
        </p:txBody>
      </p:sp>
      <p:pic>
        <p:nvPicPr>
          <p:cNvPr id="5" name="Picture 4" descr="A diagram of a metal structure&#10;&#10;Description automatically generated">
            <a:extLst>
              <a:ext uri="{FF2B5EF4-FFF2-40B4-BE49-F238E27FC236}">
                <a16:creationId xmlns:a16="http://schemas.microsoft.com/office/drawing/2014/main" id="{7535AE0C-E54A-4049-D98D-7231EA8CECDD}"/>
              </a:ext>
            </a:extLst>
          </p:cNvPr>
          <p:cNvPicPr>
            <a:picLocks noChangeAspect="1"/>
          </p:cNvPicPr>
          <p:nvPr/>
        </p:nvPicPr>
        <p:blipFill>
          <a:blip r:embed="rId3"/>
          <a:stretch>
            <a:fillRect/>
          </a:stretch>
        </p:blipFill>
        <p:spPr>
          <a:xfrm>
            <a:off x="8237942" y="2497371"/>
            <a:ext cx="3308116" cy="2823790"/>
          </a:xfrm>
          <a:prstGeom prst="rect">
            <a:avLst/>
          </a:prstGeom>
        </p:spPr>
      </p:pic>
    </p:spTree>
    <p:extLst>
      <p:ext uri="{BB962C8B-B14F-4D97-AF65-F5344CB8AC3E}">
        <p14:creationId xmlns:p14="http://schemas.microsoft.com/office/powerpoint/2010/main" val="333123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16AF9E6-EB96-D245-B4D2-8AC43D3445C3}"/>
              </a:ext>
            </a:extLst>
          </p:cNvPr>
          <p:cNvSpPr>
            <a:spLocks noGrp="1"/>
          </p:cNvSpPr>
          <p:nvPr>
            <p:ph type="title"/>
          </p:nvPr>
        </p:nvSpPr>
        <p:spPr>
          <a:noFill/>
        </p:spPr>
        <p:txBody>
          <a:bodyPr>
            <a:normAutofit/>
          </a:bodyPr>
          <a:lstStyle/>
          <a:p>
            <a:r>
              <a:rPr lang="en-US" sz="3600" b="1" dirty="0">
                <a:latin typeface="Calibri" panose="020F0502020204030204" pitchFamily="34" charset="0"/>
                <a:ea typeface="Source Sans Pro" panose="020B0503030403020204" pitchFamily="34" charset="0"/>
                <a:cs typeface="Calibri" panose="020F0502020204030204" pitchFamily="34" charset="0"/>
              </a:rPr>
              <a:t>Reactivate</a:t>
            </a:r>
            <a:endParaRPr lang="en-US" sz="3600" dirty="0">
              <a:latin typeface="Calibri" panose="020F0502020204030204" pitchFamily="34" charset="0"/>
              <a:ea typeface="Source Sans Pro" panose="020B0503030403020204" pitchFamily="34" charset="0"/>
              <a:cs typeface="Calibri" panose="020F0502020204030204" pitchFamily="34" charset="0"/>
            </a:endParaRPr>
          </a:p>
        </p:txBody>
      </p:sp>
      <p:sp>
        <p:nvSpPr>
          <p:cNvPr id="2" name="Content Placeholder 1">
            <a:extLst>
              <a:ext uri="{FF2B5EF4-FFF2-40B4-BE49-F238E27FC236}">
                <a16:creationId xmlns:a16="http://schemas.microsoft.com/office/drawing/2014/main" id="{7441FE0D-8C36-138D-600E-CB187E044DEA}"/>
              </a:ext>
            </a:extLst>
          </p:cNvPr>
          <p:cNvSpPr>
            <a:spLocks noGrp="1"/>
          </p:cNvSpPr>
          <p:nvPr>
            <p:ph type="body" idx="1"/>
          </p:nvPr>
        </p:nvSpPr>
        <p:spPr/>
        <p:txBody>
          <a:bodyPr/>
          <a:lstStyle/>
          <a:p>
            <a:pPr marL="457200" indent="-457200">
              <a:spcBef>
                <a:spcPts val="0"/>
              </a:spcBef>
              <a:spcAft>
                <a:spcPts val="1000"/>
              </a:spcAft>
              <a:buFont typeface="+mj-lt"/>
              <a:buAutoNum type="arabicPeriod"/>
            </a:pPr>
            <a:r>
              <a:rPr lang="en-GB" b="1" dirty="0"/>
              <a:t>‌</a:t>
            </a:r>
            <a:r>
              <a:rPr lang="en-GB" dirty="0"/>
              <a:t>Complete the equation: </a:t>
            </a:r>
            <a:r>
              <a:rPr lang="en-GB" dirty="0">
                <a:latin typeface="Times New Roman" panose="02020603050405020304" pitchFamily="18" charset="0"/>
                <a:cs typeface="Times New Roman" panose="02020603050405020304" pitchFamily="18" charset="0"/>
              </a:rPr>
              <a:t>2H</a:t>
            </a:r>
            <a:r>
              <a:rPr lang="en-GB" baseline="-25000" dirty="0">
                <a:latin typeface="Times New Roman" panose="02020603050405020304" pitchFamily="18" charset="0"/>
                <a:cs typeface="Times New Roman" panose="02020603050405020304" pitchFamily="18" charset="0"/>
              </a:rPr>
              <a:t>2</a:t>
            </a:r>
            <a:r>
              <a:rPr lang="en-GB" dirty="0">
                <a:latin typeface="Times New Roman" panose="02020603050405020304" pitchFamily="18" charset="0"/>
                <a:cs typeface="Times New Roman" panose="02020603050405020304" pitchFamily="18" charset="0"/>
              </a:rPr>
              <a:t> + O</a:t>
            </a:r>
            <a:r>
              <a:rPr lang="en-GB" baseline="-25000" dirty="0">
                <a:latin typeface="Times New Roman" panose="02020603050405020304" pitchFamily="18" charset="0"/>
                <a:cs typeface="Times New Roman" panose="02020603050405020304" pitchFamily="18" charset="0"/>
              </a:rPr>
              <a:t>2</a:t>
            </a:r>
            <a:r>
              <a:rPr lang="en-GB" dirty="0">
                <a:latin typeface="Times New Roman" panose="02020603050405020304" pitchFamily="18" charset="0"/>
                <a:cs typeface="Times New Roman" panose="02020603050405020304" pitchFamily="18" charset="0"/>
              </a:rPr>
              <a:t> </a:t>
            </a:r>
            <a:r>
              <a:rPr lang="en-GB" dirty="0">
                <a:latin typeface="Arial" panose="020B0604020202020204" pitchFamily="34" charset="0"/>
                <a:cs typeface="Arial" panose="020B0604020202020204" pitchFamily="34" charset="0"/>
              </a:rPr>
              <a:t>→</a:t>
            </a:r>
            <a:r>
              <a:rPr lang="en-GB" dirty="0"/>
              <a:t> ……… </a:t>
            </a:r>
          </a:p>
          <a:p>
            <a:pPr marL="457200" indent="-457200">
              <a:spcBef>
                <a:spcPts val="0"/>
              </a:spcBef>
              <a:spcAft>
                <a:spcPts val="1000"/>
              </a:spcAft>
              <a:buFont typeface="+mj-lt"/>
              <a:buAutoNum type="arabicPeriod"/>
            </a:pPr>
            <a:r>
              <a:rPr lang="en-GB" b="1" dirty="0"/>
              <a:t>‌</a:t>
            </a:r>
            <a:r>
              <a:rPr lang="en-GB" dirty="0"/>
              <a:t>Why is a hydrogen powered vehicle better than a petrol or diesel vehicle? </a:t>
            </a:r>
          </a:p>
          <a:p>
            <a:pPr marL="457200" indent="-457200">
              <a:spcBef>
                <a:spcPts val="0"/>
              </a:spcBef>
              <a:spcAft>
                <a:spcPts val="1000"/>
              </a:spcAft>
              <a:buFont typeface="+mj-lt"/>
              <a:buAutoNum type="arabicPeriod"/>
            </a:pPr>
            <a:r>
              <a:rPr lang="en-GB" b="1" dirty="0"/>
              <a:t>‌</a:t>
            </a:r>
            <a:r>
              <a:rPr lang="en-GB" dirty="0"/>
              <a:t>Give one disadvantage of using hydrogen fuel cells. </a:t>
            </a:r>
          </a:p>
          <a:p>
            <a:pPr marL="457200" indent="-457200">
              <a:buFont typeface="+mj-lt"/>
              <a:buAutoNum type="arabicPeriod"/>
            </a:pPr>
            <a:endParaRPr lang="en-GB" sz="2400" dirty="0"/>
          </a:p>
        </p:txBody>
      </p:sp>
    </p:spTree>
    <p:extLst>
      <p:ext uri="{BB962C8B-B14F-4D97-AF65-F5344CB8AC3E}">
        <p14:creationId xmlns:p14="http://schemas.microsoft.com/office/powerpoint/2010/main" val="6033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dissolv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dissolve">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3">
            <a:extLst>
              <a:ext uri="{FF2B5EF4-FFF2-40B4-BE49-F238E27FC236}">
                <a16:creationId xmlns:a16="http://schemas.microsoft.com/office/drawing/2014/main" id="{740801FF-7ADE-6A4C-842C-3DFFF6B4310B}"/>
              </a:ext>
            </a:extLst>
          </p:cNvPr>
          <p:cNvSpPr>
            <a:spLocks noGrp="1"/>
          </p:cNvSpPr>
          <p:nvPr>
            <p:ph type="title"/>
          </p:nvPr>
        </p:nvSpPr>
        <p:spPr/>
        <p:txBody>
          <a:bodyPr>
            <a:normAutofit/>
          </a:bodyPr>
          <a:lstStyle/>
          <a:p>
            <a:r>
              <a:rPr lang="en-US" sz="3600" b="1" dirty="0">
                <a:latin typeface="+mn-lt"/>
                <a:ea typeface="Source Sans Pro" panose="020B0503030403020204" pitchFamily="34" charset="0"/>
              </a:rPr>
              <a:t>Something to think about</a:t>
            </a:r>
          </a:p>
        </p:txBody>
      </p:sp>
      <p:sp>
        <p:nvSpPr>
          <p:cNvPr id="2" name="Content Placeholder 1">
            <a:extLst>
              <a:ext uri="{FF2B5EF4-FFF2-40B4-BE49-F238E27FC236}">
                <a16:creationId xmlns:a16="http://schemas.microsoft.com/office/drawing/2014/main" id="{3C7F4631-4166-8C1A-5E41-54FB16F4FED7}"/>
              </a:ext>
            </a:extLst>
          </p:cNvPr>
          <p:cNvSpPr>
            <a:spLocks noGrp="1"/>
          </p:cNvSpPr>
          <p:nvPr>
            <p:ph type="body" idx="1"/>
          </p:nvPr>
        </p:nvSpPr>
        <p:spPr/>
        <p:txBody>
          <a:bodyPr/>
          <a:lstStyle/>
          <a:p>
            <a:pPr marL="0" indent="0">
              <a:buNone/>
            </a:pPr>
            <a:r>
              <a:rPr lang="en-GB" dirty="0"/>
              <a:t>Can hydrogen be used to fuel cars?</a:t>
            </a:r>
            <a:endParaRPr lang="en-US" dirty="0"/>
          </a:p>
        </p:txBody>
      </p:sp>
      <p:pic>
        <p:nvPicPr>
          <p:cNvPr id="8" name="Picture 7" descr="A small white car at a charging station&#10;&#10;Description automatically generated">
            <a:extLst>
              <a:ext uri="{FF2B5EF4-FFF2-40B4-BE49-F238E27FC236}">
                <a16:creationId xmlns:a16="http://schemas.microsoft.com/office/drawing/2014/main" id="{C8145DCD-F704-9C0A-F17F-1CDEB98AAD5E}"/>
              </a:ext>
            </a:extLst>
          </p:cNvPr>
          <p:cNvPicPr>
            <a:picLocks noChangeAspect="1"/>
          </p:cNvPicPr>
          <p:nvPr/>
        </p:nvPicPr>
        <p:blipFill>
          <a:blip r:embed="rId3"/>
          <a:stretch>
            <a:fillRect/>
          </a:stretch>
        </p:blipFill>
        <p:spPr>
          <a:xfrm>
            <a:off x="6452318" y="1923803"/>
            <a:ext cx="4456876" cy="3645725"/>
          </a:xfrm>
          <a:prstGeom prst="rect">
            <a:avLst/>
          </a:prstGeom>
        </p:spPr>
      </p:pic>
    </p:spTree>
    <p:extLst>
      <p:ext uri="{BB962C8B-B14F-4D97-AF65-F5344CB8AC3E}">
        <p14:creationId xmlns:p14="http://schemas.microsoft.com/office/powerpoint/2010/main" val="3858608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16AF9E6-EB96-D245-B4D2-8AC43D3445C3}"/>
              </a:ext>
            </a:extLst>
          </p:cNvPr>
          <p:cNvSpPr>
            <a:spLocks noGrp="1"/>
          </p:cNvSpPr>
          <p:nvPr>
            <p:ph type="title"/>
          </p:nvPr>
        </p:nvSpPr>
        <p:spPr/>
        <p:txBody>
          <a:bodyPr>
            <a:normAutofit/>
          </a:bodyPr>
          <a:lstStyle/>
          <a:p>
            <a:r>
              <a:rPr lang="en-US" sz="3600" b="1" dirty="0">
                <a:latin typeface="Calibri" panose="020F0502020204030204" pitchFamily="34" charset="0"/>
                <a:ea typeface="Source Sans Pro" panose="020B0503030403020204" pitchFamily="34" charset="0"/>
                <a:cs typeface="Calibri" panose="020F0502020204030204" pitchFamily="34" charset="0"/>
              </a:rPr>
              <a:t>Learning objectives</a:t>
            </a:r>
          </a:p>
        </p:txBody>
      </p:sp>
      <p:sp>
        <p:nvSpPr>
          <p:cNvPr id="2" name="Content Placeholder 1">
            <a:extLst>
              <a:ext uri="{FF2B5EF4-FFF2-40B4-BE49-F238E27FC236}">
                <a16:creationId xmlns:a16="http://schemas.microsoft.com/office/drawing/2014/main" id="{4C27B10F-17B6-DA2E-54B7-3E9F9C29B3DF}"/>
              </a:ext>
            </a:extLst>
          </p:cNvPr>
          <p:cNvSpPr>
            <a:spLocks noGrp="1"/>
          </p:cNvSpPr>
          <p:nvPr>
            <p:ph sz="half" idx="1"/>
          </p:nvPr>
        </p:nvSpPr>
        <p:spPr/>
        <p:txBody>
          <a:bodyPr/>
          <a:lstStyle/>
          <a:p>
            <a:pPr marL="0" indent="0">
              <a:spcAft>
                <a:spcPts val="1200"/>
              </a:spcAft>
              <a:buNone/>
            </a:pPr>
            <a:r>
              <a:rPr lang="en-US" b="1" dirty="0"/>
              <a:t>After this topic, you should know:</a:t>
            </a:r>
          </a:p>
          <a:p>
            <a:pPr>
              <a:spcBef>
                <a:spcPts val="0"/>
              </a:spcBef>
              <a:spcAft>
                <a:spcPts val="600"/>
              </a:spcAft>
            </a:pPr>
            <a:r>
              <a:rPr lang="en-GB" dirty="0"/>
              <a:t>how to evaluate the use of hydrogen</a:t>
            </a:r>
            <a:br>
              <a:rPr lang="en-GB" dirty="0"/>
            </a:br>
            <a:r>
              <a:rPr lang="en-GB" dirty="0"/>
              <a:t>fuel cells </a:t>
            </a:r>
          </a:p>
          <a:p>
            <a:pPr>
              <a:spcBef>
                <a:spcPts val="0"/>
              </a:spcBef>
              <a:spcAft>
                <a:spcPts val="600"/>
              </a:spcAft>
            </a:pPr>
            <a:r>
              <a:rPr lang="en-GB" dirty="0"/>
              <a:t>       how to write the half equations for</a:t>
            </a:r>
            <a:br>
              <a:rPr lang="en-GB" dirty="0"/>
            </a:br>
            <a:r>
              <a:rPr lang="en-GB" dirty="0"/>
              <a:t>the electrode reactions in the hydrogen</a:t>
            </a:r>
            <a:br>
              <a:rPr lang="en-GB" dirty="0"/>
            </a:br>
            <a:r>
              <a:rPr lang="en-GB" dirty="0"/>
              <a:t>fuel cell.</a:t>
            </a:r>
          </a:p>
          <a:p>
            <a:endParaRPr lang="en-US" dirty="0"/>
          </a:p>
        </p:txBody>
      </p:sp>
      <p:sp>
        <p:nvSpPr>
          <p:cNvPr id="8" name="Text Placeholder 7">
            <a:extLst>
              <a:ext uri="{FF2B5EF4-FFF2-40B4-BE49-F238E27FC236}">
                <a16:creationId xmlns:a16="http://schemas.microsoft.com/office/drawing/2014/main" id="{EE131813-4CF9-E138-F29B-FF610FB1193A}"/>
              </a:ext>
            </a:extLst>
          </p:cNvPr>
          <p:cNvSpPr>
            <a:spLocks noGrp="1"/>
          </p:cNvSpPr>
          <p:nvPr>
            <p:ph type="body" sz="quarter" idx="11"/>
          </p:nvPr>
        </p:nvSpPr>
        <p:spPr/>
        <p:txBody>
          <a:bodyPr/>
          <a:lstStyle/>
          <a:p>
            <a:r>
              <a:rPr lang="en-US" dirty="0"/>
              <a:t>electrode</a:t>
            </a:r>
          </a:p>
          <a:p>
            <a:r>
              <a:rPr lang="en-US" dirty="0"/>
              <a:t>electrolysis</a:t>
            </a:r>
          </a:p>
          <a:p>
            <a:r>
              <a:rPr lang="en-US" dirty="0"/>
              <a:t>fuel</a:t>
            </a:r>
          </a:p>
          <a:p>
            <a:r>
              <a:rPr lang="en-US" dirty="0"/>
              <a:t>fuel cell</a:t>
            </a:r>
          </a:p>
        </p:txBody>
      </p:sp>
      <p:sp>
        <p:nvSpPr>
          <p:cNvPr id="4" name="Text Placeholder 3">
            <a:extLst>
              <a:ext uri="{FF2B5EF4-FFF2-40B4-BE49-F238E27FC236}">
                <a16:creationId xmlns:a16="http://schemas.microsoft.com/office/drawing/2014/main" id="{B3985D2B-8BF3-AF96-37A2-1E5A9E3741A7}"/>
              </a:ext>
            </a:extLst>
          </p:cNvPr>
          <p:cNvSpPr>
            <a:spLocks noGrp="1"/>
          </p:cNvSpPr>
          <p:nvPr>
            <p:ph type="body" sz="quarter" idx="10"/>
          </p:nvPr>
        </p:nvSpPr>
        <p:spPr/>
        <p:txBody>
          <a:bodyPr>
            <a:normAutofit fontScale="70000" lnSpcReduction="20000"/>
          </a:bodyPr>
          <a:lstStyle/>
          <a:p>
            <a:r>
              <a:rPr lang="en-US" dirty="0"/>
              <a:t>Key words</a:t>
            </a:r>
          </a:p>
        </p:txBody>
      </p:sp>
      <p:pic>
        <p:nvPicPr>
          <p:cNvPr id="3" name="Picture 2" descr="A red circle with white letter h in it&#10;&#10;Description automatically generated">
            <a:extLst>
              <a:ext uri="{FF2B5EF4-FFF2-40B4-BE49-F238E27FC236}">
                <a16:creationId xmlns:a16="http://schemas.microsoft.com/office/drawing/2014/main" id="{48383D28-C5F5-913C-A7C3-34CB6A827D84}"/>
              </a:ext>
            </a:extLst>
          </p:cNvPr>
          <p:cNvPicPr>
            <a:picLocks noChangeAspect="1"/>
          </p:cNvPicPr>
          <p:nvPr/>
        </p:nvPicPr>
        <p:blipFill>
          <a:blip r:embed="rId3"/>
          <a:stretch>
            <a:fillRect/>
          </a:stretch>
        </p:blipFill>
        <p:spPr>
          <a:xfrm>
            <a:off x="574662" y="3022846"/>
            <a:ext cx="432000" cy="424858"/>
          </a:xfrm>
          <a:prstGeom prst="rect">
            <a:avLst/>
          </a:prstGeom>
        </p:spPr>
      </p:pic>
    </p:spTree>
    <p:extLst>
      <p:ext uri="{BB962C8B-B14F-4D97-AF65-F5344CB8AC3E}">
        <p14:creationId xmlns:p14="http://schemas.microsoft.com/office/powerpoint/2010/main" val="2872049846"/>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CBB5B-6053-07FB-3F0D-972730EE53CC}"/>
              </a:ext>
            </a:extLst>
          </p:cNvPr>
          <p:cNvSpPr>
            <a:spLocks noGrp="1"/>
          </p:cNvSpPr>
          <p:nvPr>
            <p:ph type="title"/>
          </p:nvPr>
        </p:nvSpPr>
        <p:spPr/>
        <p:txBody>
          <a:bodyPr>
            <a:normAutofit/>
          </a:bodyPr>
          <a:lstStyle/>
          <a:p>
            <a:r>
              <a:rPr lang="en-GB" dirty="0"/>
              <a:t>Exposition</a:t>
            </a:r>
          </a:p>
        </p:txBody>
      </p:sp>
      <p:sp>
        <p:nvSpPr>
          <p:cNvPr id="10" name="Content Placeholder 9">
            <a:extLst>
              <a:ext uri="{FF2B5EF4-FFF2-40B4-BE49-F238E27FC236}">
                <a16:creationId xmlns:a16="http://schemas.microsoft.com/office/drawing/2014/main" id="{EEB4A5C9-BB10-24EB-06E9-1F0EF253C3F4}"/>
              </a:ext>
            </a:extLst>
          </p:cNvPr>
          <p:cNvSpPr>
            <a:spLocks noGrp="1"/>
          </p:cNvSpPr>
          <p:nvPr>
            <p:ph type="body" idx="1"/>
          </p:nvPr>
        </p:nvSpPr>
        <p:spPr/>
        <p:txBody>
          <a:bodyPr/>
          <a:lstStyle/>
          <a:p>
            <a:pPr marL="0" indent="0">
              <a:buNone/>
            </a:pPr>
            <a:r>
              <a:rPr lang="en-GB" dirty="0"/>
              <a:t>Hydrogen can be oxidised to form water.</a:t>
            </a:r>
          </a:p>
          <a:p>
            <a:pPr marL="457200" indent="-457200">
              <a:buFont typeface="+mj-lt"/>
              <a:buAutoNum type="arabicPeriod"/>
            </a:pPr>
            <a:r>
              <a:rPr lang="en-GB" b="1" dirty="0"/>
              <a:t>‌</a:t>
            </a:r>
            <a:r>
              <a:rPr lang="en-GB" dirty="0"/>
              <a:t>Write a word equation for this reaction.</a:t>
            </a:r>
          </a:p>
          <a:p>
            <a:pPr marL="457200" indent="-457200">
              <a:buFont typeface="+mj-lt"/>
              <a:buAutoNum type="arabicPeriod"/>
            </a:pPr>
            <a:r>
              <a:rPr lang="en-GB" b="1" dirty="0"/>
              <a:t>‌</a:t>
            </a:r>
            <a:r>
              <a:rPr lang="en-GB" dirty="0"/>
              <a:t>Write a balanced symbol equation for this reaction.</a:t>
            </a:r>
          </a:p>
          <a:p>
            <a:endParaRPr lang="en-US" dirty="0"/>
          </a:p>
        </p:txBody>
      </p:sp>
    </p:spTree>
    <p:extLst>
      <p:ext uri="{BB962C8B-B14F-4D97-AF65-F5344CB8AC3E}">
        <p14:creationId xmlns:p14="http://schemas.microsoft.com/office/powerpoint/2010/main" val="1469019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CBB5B-6053-07FB-3F0D-972730EE53CC}"/>
              </a:ext>
            </a:extLst>
          </p:cNvPr>
          <p:cNvSpPr>
            <a:spLocks noGrp="1"/>
          </p:cNvSpPr>
          <p:nvPr>
            <p:ph type="title"/>
          </p:nvPr>
        </p:nvSpPr>
        <p:spPr/>
        <p:txBody>
          <a:bodyPr>
            <a:normAutofit/>
          </a:bodyPr>
          <a:lstStyle/>
          <a:p>
            <a:r>
              <a:rPr lang="en-GB" dirty="0"/>
              <a:t>Exposition</a:t>
            </a:r>
          </a:p>
        </p:txBody>
      </p:sp>
      <p:sp>
        <p:nvSpPr>
          <p:cNvPr id="10" name="Content Placeholder 9">
            <a:extLst>
              <a:ext uri="{FF2B5EF4-FFF2-40B4-BE49-F238E27FC236}">
                <a16:creationId xmlns:a16="http://schemas.microsoft.com/office/drawing/2014/main" id="{EEB4A5C9-BB10-24EB-06E9-1F0EF253C3F4}"/>
              </a:ext>
            </a:extLst>
          </p:cNvPr>
          <p:cNvSpPr>
            <a:spLocks noGrp="1"/>
          </p:cNvSpPr>
          <p:nvPr>
            <p:ph type="body" idx="1"/>
          </p:nvPr>
        </p:nvSpPr>
        <p:spPr>
          <a:xfrm>
            <a:off x="400878" y="1534077"/>
            <a:ext cx="6799435" cy="4351338"/>
          </a:xfrm>
        </p:spPr>
        <p:txBody>
          <a:bodyPr/>
          <a:lstStyle/>
          <a:p>
            <a:pPr>
              <a:lnSpc>
                <a:spcPct val="100000"/>
              </a:lnSpc>
              <a:spcBef>
                <a:spcPts val="0"/>
              </a:spcBef>
              <a:spcAft>
                <a:spcPts val="600"/>
              </a:spcAft>
            </a:pPr>
            <a:r>
              <a:rPr lang="en-GB" dirty="0"/>
              <a:t>An alternative to rechargeable chemical cells is a fuel cell. </a:t>
            </a:r>
          </a:p>
          <a:p>
            <a:pPr>
              <a:lnSpc>
                <a:spcPct val="100000"/>
              </a:lnSpc>
              <a:spcBef>
                <a:spcPts val="0"/>
              </a:spcBef>
              <a:spcAft>
                <a:spcPts val="600"/>
              </a:spcAft>
            </a:pPr>
            <a:r>
              <a:rPr lang="en-GB" dirty="0"/>
              <a:t>A fuel cell produces a voltage by electrochemically oxidising the fuel.</a:t>
            </a:r>
          </a:p>
          <a:p>
            <a:pPr>
              <a:lnSpc>
                <a:spcPct val="100000"/>
              </a:lnSpc>
              <a:spcBef>
                <a:spcPts val="0"/>
              </a:spcBef>
              <a:spcAft>
                <a:spcPts val="600"/>
              </a:spcAft>
            </a:pPr>
            <a:r>
              <a:rPr lang="en-GB" dirty="0"/>
              <a:t>Fuel cells have continual external source of:</a:t>
            </a:r>
          </a:p>
          <a:p>
            <a:pPr marL="628650" indent="-361950">
              <a:lnSpc>
                <a:spcPct val="100000"/>
              </a:lnSpc>
              <a:spcBef>
                <a:spcPts val="0"/>
              </a:spcBef>
              <a:spcAft>
                <a:spcPts val="600"/>
              </a:spcAft>
              <a:buFont typeface="Courier New" panose="02070309020205020404" pitchFamily="49" charset="0"/>
              <a:buChar char="o"/>
            </a:pPr>
            <a:r>
              <a:rPr lang="en-GB" dirty="0"/>
              <a:t>fuel</a:t>
            </a:r>
          </a:p>
          <a:p>
            <a:pPr marL="628650" indent="-361950">
              <a:lnSpc>
                <a:spcPct val="100000"/>
              </a:lnSpc>
              <a:spcBef>
                <a:spcPts val="0"/>
              </a:spcBef>
              <a:spcAft>
                <a:spcPts val="600"/>
              </a:spcAft>
              <a:buFont typeface="Courier New" panose="02070309020205020404" pitchFamily="49" charset="0"/>
              <a:buChar char="o"/>
            </a:pPr>
            <a:r>
              <a:rPr lang="en-GB" dirty="0"/>
              <a:t>air/oxygen.</a:t>
            </a:r>
          </a:p>
          <a:p>
            <a:endParaRPr lang="en-US" dirty="0"/>
          </a:p>
        </p:txBody>
      </p:sp>
      <p:pic>
        <p:nvPicPr>
          <p:cNvPr id="7" name="Picture 6" descr="A diagram of a diagram of a structure&#10;&#10;Description automatically generated with medium confidence">
            <a:extLst>
              <a:ext uri="{FF2B5EF4-FFF2-40B4-BE49-F238E27FC236}">
                <a16:creationId xmlns:a16="http://schemas.microsoft.com/office/drawing/2014/main" id="{7F347304-B027-1948-FBFA-7E160F58AF16}"/>
              </a:ext>
            </a:extLst>
          </p:cNvPr>
          <p:cNvPicPr>
            <a:picLocks noChangeAspect="1"/>
          </p:cNvPicPr>
          <p:nvPr/>
        </p:nvPicPr>
        <p:blipFill>
          <a:blip r:embed="rId2"/>
          <a:stretch>
            <a:fillRect/>
          </a:stretch>
        </p:blipFill>
        <p:spPr>
          <a:xfrm>
            <a:off x="7637635" y="1375052"/>
            <a:ext cx="4341299" cy="3894145"/>
          </a:xfrm>
          <a:prstGeom prst="rect">
            <a:avLst/>
          </a:prstGeom>
        </p:spPr>
      </p:pic>
    </p:spTree>
    <p:extLst>
      <p:ext uri="{BB962C8B-B14F-4D97-AF65-F5344CB8AC3E}">
        <p14:creationId xmlns:p14="http://schemas.microsoft.com/office/powerpoint/2010/main" val="2313365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CBB5B-6053-07FB-3F0D-972730EE53CC}"/>
              </a:ext>
            </a:extLst>
          </p:cNvPr>
          <p:cNvSpPr>
            <a:spLocks noGrp="1"/>
          </p:cNvSpPr>
          <p:nvPr>
            <p:ph type="title"/>
          </p:nvPr>
        </p:nvSpPr>
        <p:spPr/>
        <p:txBody>
          <a:bodyPr>
            <a:normAutofit/>
          </a:bodyPr>
          <a:lstStyle/>
          <a:p>
            <a:r>
              <a:rPr lang="en-GB" dirty="0"/>
              <a:t>Activity: Fuel cells</a:t>
            </a:r>
          </a:p>
        </p:txBody>
      </p:sp>
      <p:sp>
        <p:nvSpPr>
          <p:cNvPr id="4" name="Content Placeholder 3">
            <a:extLst>
              <a:ext uri="{FF2B5EF4-FFF2-40B4-BE49-F238E27FC236}">
                <a16:creationId xmlns:a16="http://schemas.microsoft.com/office/drawing/2014/main" id="{1E1DF49D-F9E7-7591-AE86-68A77119391D}"/>
              </a:ext>
            </a:extLst>
          </p:cNvPr>
          <p:cNvSpPr>
            <a:spLocks noGrp="1"/>
          </p:cNvSpPr>
          <p:nvPr>
            <p:ph type="body" idx="1"/>
          </p:nvPr>
        </p:nvSpPr>
        <p:spPr>
          <a:xfrm>
            <a:off x="838200" y="1825625"/>
            <a:ext cx="6927574" cy="4351338"/>
          </a:xfrm>
        </p:spPr>
        <p:txBody>
          <a:bodyPr>
            <a:normAutofit/>
          </a:bodyPr>
          <a:lstStyle/>
          <a:p>
            <a:pPr marL="0" indent="0">
              <a:lnSpc>
                <a:spcPct val="100000"/>
              </a:lnSpc>
              <a:spcBef>
                <a:spcPts val="0"/>
              </a:spcBef>
              <a:spcAft>
                <a:spcPts val="600"/>
              </a:spcAft>
              <a:buNone/>
            </a:pPr>
            <a:r>
              <a:rPr lang="en-GB" dirty="0"/>
              <a:t>In this activity you will:</a:t>
            </a:r>
          </a:p>
          <a:p>
            <a:pPr>
              <a:lnSpc>
                <a:spcPct val="100000"/>
              </a:lnSpc>
              <a:spcBef>
                <a:spcPts val="0"/>
              </a:spcBef>
              <a:spcAft>
                <a:spcPts val="600"/>
              </a:spcAft>
            </a:pPr>
            <a:r>
              <a:rPr lang="en-GB" dirty="0"/>
              <a:t>learn how a hydrogen fuel cell works</a:t>
            </a:r>
          </a:p>
          <a:p>
            <a:pPr>
              <a:lnSpc>
                <a:spcPct val="100000"/>
              </a:lnSpc>
              <a:spcBef>
                <a:spcPts val="0"/>
              </a:spcBef>
              <a:spcAft>
                <a:spcPts val="600"/>
              </a:spcAft>
            </a:pPr>
            <a:r>
              <a:rPr lang="en-GB" dirty="0"/>
              <a:t>find out about its applications, advantages, and disadvantages. </a:t>
            </a:r>
          </a:p>
          <a:p>
            <a:endParaRPr lang="en-GB" dirty="0"/>
          </a:p>
        </p:txBody>
      </p:sp>
      <p:pic>
        <p:nvPicPr>
          <p:cNvPr id="3" name="Picture 2" descr="A diagram of a diagram of a structure&#10;&#10;Description automatically generated with medium confidence">
            <a:extLst>
              <a:ext uri="{FF2B5EF4-FFF2-40B4-BE49-F238E27FC236}">
                <a16:creationId xmlns:a16="http://schemas.microsoft.com/office/drawing/2014/main" id="{8558423E-5A8E-ED2C-BE83-4FC511ACA298}"/>
              </a:ext>
            </a:extLst>
          </p:cNvPr>
          <p:cNvPicPr>
            <a:picLocks noChangeAspect="1"/>
          </p:cNvPicPr>
          <p:nvPr/>
        </p:nvPicPr>
        <p:blipFill>
          <a:blip r:embed="rId3"/>
          <a:stretch>
            <a:fillRect/>
          </a:stretch>
        </p:blipFill>
        <p:spPr>
          <a:xfrm>
            <a:off x="7253321" y="1123259"/>
            <a:ext cx="4341299" cy="3894145"/>
          </a:xfrm>
          <a:prstGeom prst="rect">
            <a:avLst/>
          </a:prstGeom>
        </p:spPr>
      </p:pic>
    </p:spTree>
    <p:extLst>
      <p:ext uri="{BB962C8B-B14F-4D97-AF65-F5344CB8AC3E}">
        <p14:creationId xmlns:p14="http://schemas.microsoft.com/office/powerpoint/2010/main" val="3745251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16AF9E6-EB96-D245-B4D2-8AC43D3445C3}"/>
              </a:ext>
            </a:extLst>
          </p:cNvPr>
          <p:cNvSpPr>
            <a:spLocks noGrp="1"/>
          </p:cNvSpPr>
          <p:nvPr>
            <p:ph type="title"/>
          </p:nvPr>
        </p:nvSpPr>
        <p:spPr/>
        <p:txBody>
          <a:bodyPr>
            <a:normAutofit/>
          </a:bodyPr>
          <a:lstStyle/>
          <a:p>
            <a:r>
              <a:rPr lang="en-US" sz="3600" b="1" dirty="0">
                <a:latin typeface="Calibri" panose="020F0502020204030204" pitchFamily="34" charset="0"/>
                <a:ea typeface="Source Sans Pro" panose="020B0503030403020204" pitchFamily="34" charset="0"/>
                <a:cs typeface="Calibri" panose="020F0502020204030204" pitchFamily="34" charset="0"/>
              </a:rPr>
              <a:t>Extension</a:t>
            </a:r>
          </a:p>
        </p:txBody>
      </p:sp>
      <p:sp>
        <p:nvSpPr>
          <p:cNvPr id="3" name="Content Placeholder 2">
            <a:extLst>
              <a:ext uri="{FF2B5EF4-FFF2-40B4-BE49-F238E27FC236}">
                <a16:creationId xmlns:a16="http://schemas.microsoft.com/office/drawing/2014/main" id="{50BCF2AD-1024-3832-D287-ABEF441411F4}"/>
              </a:ext>
            </a:extLst>
          </p:cNvPr>
          <p:cNvSpPr>
            <a:spLocks noGrp="1"/>
          </p:cNvSpPr>
          <p:nvPr>
            <p:ph type="body" idx="1"/>
          </p:nvPr>
        </p:nvSpPr>
        <p:spPr>
          <a:xfrm>
            <a:off x="533400" y="1371600"/>
            <a:ext cx="5708374" cy="4351338"/>
          </a:xfrm>
        </p:spPr>
        <p:txBody>
          <a:bodyPr>
            <a:normAutofit fontScale="92500"/>
          </a:bodyPr>
          <a:lstStyle/>
          <a:p>
            <a:pPr marL="0" indent="0">
              <a:buNone/>
            </a:pPr>
            <a:r>
              <a:rPr lang="en-GB" b="1" dirty="0"/>
              <a:t>Complete the </a:t>
            </a:r>
            <a:r>
              <a:rPr lang="en-GB" b="1" i="1" dirty="0"/>
              <a:t>Fuel cells </a:t>
            </a:r>
            <a:r>
              <a:rPr lang="en-GB" b="1" dirty="0"/>
              <a:t>literacy sheet.</a:t>
            </a:r>
          </a:p>
          <a:p>
            <a:pPr marL="0" indent="0">
              <a:lnSpc>
                <a:spcPct val="100000"/>
              </a:lnSpc>
              <a:buNone/>
            </a:pPr>
            <a:r>
              <a:rPr lang="en-GB" dirty="0"/>
              <a:t>In this activity, you will:</a:t>
            </a:r>
          </a:p>
          <a:p>
            <a:pPr>
              <a:lnSpc>
                <a:spcPct val="100000"/>
              </a:lnSpc>
              <a:spcBef>
                <a:spcPts val="0"/>
              </a:spcBef>
              <a:spcAft>
                <a:spcPts val="600"/>
              </a:spcAft>
            </a:pPr>
            <a:r>
              <a:rPr lang="en-GB" dirty="0"/>
              <a:t>learn more about how fuel cells work and how they can be used</a:t>
            </a:r>
          </a:p>
          <a:p>
            <a:pPr>
              <a:lnSpc>
                <a:spcPct val="100000"/>
              </a:lnSpc>
              <a:spcBef>
                <a:spcPts val="0"/>
              </a:spcBef>
              <a:spcAft>
                <a:spcPts val="600"/>
              </a:spcAft>
            </a:pPr>
            <a:r>
              <a:rPr lang="en-GB" dirty="0"/>
              <a:t>consider the advantages and disadvantages of using a hydrogen fuel cell to power a car </a:t>
            </a:r>
          </a:p>
          <a:p>
            <a:pPr>
              <a:lnSpc>
                <a:spcPct val="100000"/>
              </a:lnSpc>
              <a:spcBef>
                <a:spcPts val="0"/>
              </a:spcBef>
              <a:spcAft>
                <a:spcPts val="600"/>
              </a:spcAft>
            </a:pPr>
            <a:r>
              <a:rPr lang="en-GB" dirty="0"/>
              <a:t>answer questions that involve some of the key words and scientific terms.</a:t>
            </a:r>
          </a:p>
        </p:txBody>
      </p:sp>
      <p:sp>
        <p:nvSpPr>
          <p:cNvPr id="9" name="Rectangle 8">
            <a:extLst>
              <a:ext uri="{FF2B5EF4-FFF2-40B4-BE49-F238E27FC236}">
                <a16:creationId xmlns:a16="http://schemas.microsoft.com/office/drawing/2014/main" id="{E8D85DA9-9D8B-4167-C410-A3F67E0F940D}"/>
              </a:ext>
              <a:ext uri="{C183D7F6-B498-43B3-948B-1728B52AA6E4}">
                <adec:decorative xmlns:adec="http://schemas.microsoft.com/office/drawing/2017/decorative" val="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0" name="Rectangle 9">
            <a:extLst>
              <a:ext uri="{FF2B5EF4-FFF2-40B4-BE49-F238E27FC236}">
                <a16:creationId xmlns:a16="http://schemas.microsoft.com/office/drawing/2014/main" id="{205042C8-B58F-3FCE-887B-9BFA28057C33}"/>
              </a:ext>
              <a:ext uri="{C183D7F6-B498-43B3-948B-1728B52AA6E4}">
                <adec:decorative xmlns:adec="http://schemas.microsoft.com/office/drawing/2017/decorative" val="1"/>
              </a:ext>
            </a:extLst>
          </p:cNvPr>
          <p:cNvSpPr>
            <a:spLocks noChangeArrowheads="1"/>
          </p:cNvSpPr>
          <p:nvPr/>
        </p:nvSpPr>
        <p:spPr bwMode="auto">
          <a:xfrm>
            <a:off x="0" y="685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8" name="Picture 7" descr="A small white car at a charging station&#10;&#10;Description automatically generated">
            <a:extLst>
              <a:ext uri="{FF2B5EF4-FFF2-40B4-BE49-F238E27FC236}">
                <a16:creationId xmlns:a16="http://schemas.microsoft.com/office/drawing/2014/main" id="{2A9918B3-861E-D241-E69B-85BEC590F904}"/>
              </a:ext>
            </a:extLst>
          </p:cNvPr>
          <p:cNvPicPr>
            <a:picLocks noChangeAspect="1"/>
          </p:cNvPicPr>
          <p:nvPr/>
        </p:nvPicPr>
        <p:blipFill>
          <a:blip r:embed="rId2"/>
          <a:stretch>
            <a:fillRect/>
          </a:stretch>
        </p:blipFill>
        <p:spPr>
          <a:xfrm>
            <a:off x="7580968" y="1371600"/>
            <a:ext cx="4191932" cy="3429000"/>
          </a:xfrm>
          <a:prstGeom prst="rect">
            <a:avLst/>
          </a:prstGeom>
        </p:spPr>
      </p:pic>
    </p:spTree>
    <p:extLst>
      <p:ext uri="{BB962C8B-B14F-4D97-AF65-F5344CB8AC3E}">
        <p14:creationId xmlns:p14="http://schemas.microsoft.com/office/powerpoint/2010/main" val="410625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3">
            <a:extLst>
              <a:ext uri="{FF2B5EF4-FFF2-40B4-BE49-F238E27FC236}">
                <a16:creationId xmlns:a16="http://schemas.microsoft.com/office/drawing/2014/main" id="{07824D97-171D-400A-9943-CCDE8E23FEAF}"/>
              </a:ext>
            </a:extLst>
          </p:cNvPr>
          <p:cNvSpPr txBox="1">
            <a:spLocks noGrp="1"/>
          </p:cNvSpPr>
          <p:nvPr>
            <p:ph type="title"/>
          </p:nvPr>
        </p:nvSpPr>
        <p:spPr>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dirty="0">
                <a:ln>
                  <a:noFill/>
                </a:ln>
                <a:solidFill>
                  <a:srgbClr val="501423"/>
                </a:solidFill>
                <a:effectLst/>
                <a:uLnTx/>
                <a:uFillTx/>
                <a:latin typeface="Calibri" panose="020F0502020204030204" pitchFamily="34" charset="0"/>
                <a:ea typeface="Source Sans Pro" panose="020B0503030403020204" pitchFamily="34" charset="0"/>
                <a:cs typeface="Calibri" panose="020F0502020204030204" pitchFamily="34" charset="0"/>
              </a:rPr>
              <a:t>Review</a:t>
            </a:r>
          </a:p>
        </p:txBody>
      </p:sp>
      <p:sp>
        <p:nvSpPr>
          <p:cNvPr id="2" name="Content Placeholder 1">
            <a:extLst>
              <a:ext uri="{FF2B5EF4-FFF2-40B4-BE49-F238E27FC236}">
                <a16:creationId xmlns:a16="http://schemas.microsoft.com/office/drawing/2014/main" id="{9F2A6A4C-4F7C-C489-401A-4167BD074517}"/>
              </a:ext>
            </a:extLst>
          </p:cNvPr>
          <p:cNvSpPr>
            <a:spLocks noGrp="1"/>
          </p:cNvSpPr>
          <p:nvPr>
            <p:ph type="body" idx="1"/>
          </p:nvPr>
        </p:nvSpPr>
        <p:spPr/>
        <p:txBody>
          <a:bodyPr/>
          <a:lstStyle/>
          <a:p>
            <a:pPr marL="457200" indent="-457200">
              <a:lnSpc>
                <a:spcPct val="115000"/>
              </a:lnSpc>
              <a:spcAft>
                <a:spcPts val="600"/>
              </a:spcAft>
              <a:buFont typeface="+mj-lt"/>
              <a:buAutoNum type="arabicPeriod"/>
            </a:pPr>
            <a:r>
              <a:rPr lang="en-GB" b="1" dirty="0"/>
              <a:t>‌</a:t>
            </a:r>
            <a:r>
              <a:rPr lang="en-GB" dirty="0">
                <a:latin typeface="Calibri" panose="020F0502020204030204" pitchFamily="34" charset="0"/>
                <a:ea typeface="Calibri" panose="020F0502020204030204" pitchFamily="34" charset="0"/>
                <a:cs typeface="Arial" panose="020B0604020202020204" pitchFamily="34" charset="0"/>
              </a:rPr>
              <a:t>What are the the advantages of fuel cells?</a:t>
            </a:r>
          </a:p>
          <a:p>
            <a:pPr marL="457200" indent="-457200">
              <a:lnSpc>
                <a:spcPct val="115000"/>
              </a:lnSpc>
              <a:spcAft>
                <a:spcPts val="600"/>
              </a:spcAft>
              <a:buFont typeface="+mj-lt"/>
              <a:buAutoNum type="arabicPeriod"/>
            </a:pPr>
            <a:r>
              <a:rPr lang="en-GB" b="1" dirty="0"/>
              <a:t>‌</a:t>
            </a:r>
            <a:r>
              <a:rPr lang="en-GB" dirty="0">
                <a:latin typeface="Calibri" panose="020F0502020204030204" pitchFamily="34" charset="0"/>
                <a:ea typeface="Calibri" panose="020F0502020204030204" pitchFamily="34" charset="0"/>
                <a:cs typeface="Arial" panose="020B0604020202020204" pitchFamily="34" charset="0"/>
              </a:rPr>
              <a:t>What are the disadvantages of fuel cells?</a:t>
            </a:r>
          </a:p>
          <a:p>
            <a:pPr marL="457200" indent="-457200">
              <a:lnSpc>
                <a:spcPct val="115000"/>
              </a:lnSpc>
              <a:spcAft>
                <a:spcPts val="600"/>
              </a:spcAft>
              <a:buFont typeface="+mj-lt"/>
              <a:buAutoNum type="arabicPeriod"/>
            </a:pPr>
            <a:r>
              <a:rPr lang="en-GB" b="1" dirty="0"/>
              <a:t>‌</a:t>
            </a:r>
            <a:r>
              <a:rPr lang="en-GB" dirty="0">
                <a:latin typeface="Calibri" panose="020F0502020204030204" pitchFamily="34" charset="0"/>
                <a:ea typeface="Calibri" panose="020F0502020204030204" pitchFamily="34" charset="0"/>
                <a:cs typeface="Arial" panose="020B0604020202020204" pitchFamily="34" charset="0"/>
              </a:rPr>
              <a:t>What are the chemical reactions in fuel cells?</a:t>
            </a:r>
            <a:endParaRPr lang="en-GB" sz="2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600"/>
              </a:spcAft>
            </a:pPr>
            <a:endParaRPr lang="en-GB" sz="2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515498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dissolv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dissolve">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3">
            <a:extLst>
              <a:ext uri="{FF2B5EF4-FFF2-40B4-BE49-F238E27FC236}">
                <a16:creationId xmlns:a16="http://schemas.microsoft.com/office/drawing/2014/main" id="{590217C3-0B79-4556-8499-D26E17D1CC97}"/>
              </a:ext>
            </a:extLst>
          </p:cNvPr>
          <p:cNvSpPr txBox="1">
            <a:spLocks noGrp="1"/>
          </p:cNvSpPr>
          <p:nvPr>
            <p:ph type="title"/>
          </p:nvPr>
        </p:nvSpPr>
        <p:spPr>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dirty="0">
                <a:ln>
                  <a:noFill/>
                </a:ln>
                <a:solidFill>
                  <a:srgbClr val="501423"/>
                </a:solidFill>
                <a:effectLst/>
                <a:uLnTx/>
                <a:uFillTx/>
                <a:latin typeface="Calibri" panose="020F0502020204030204" pitchFamily="34" charset="0"/>
                <a:ea typeface="Source Sans Pro" panose="020B0503030403020204" pitchFamily="34" charset="0"/>
                <a:cs typeface="Calibri" panose="020F0502020204030204" pitchFamily="34" charset="0"/>
              </a:rPr>
              <a:t>Homework</a:t>
            </a:r>
          </a:p>
        </p:txBody>
      </p:sp>
      <p:sp>
        <p:nvSpPr>
          <p:cNvPr id="2" name="Content Placeholder 1">
            <a:extLst>
              <a:ext uri="{FF2B5EF4-FFF2-40B4-BE49-F238E27FC236}">
                <a16:creationId xmlns:a16="http://schemas.microsoft.com/office/drawing/2014/main" id="{8B2F736F-B0EE-61D9-D9FB-E946020EF822}"/>
              </a:ext>
            </a:extLst>
          </p:cNvPr>
          <p:cNvSpPr>
            <a:spLocks noGrp="1"/>
          </p:cNvSpPr>
          <p:nvPr>
            <p:ph type="body" idx="1"/>
          </p:nvPr>
        </p:nvSpPr>
        <p:spPr/>
        <p:txBody>
          <a:bodyPr/>
          <a:lstStyle/>
          <a:p>
            <a:pPr marL="0" indent="0">
              <a:lnSpc>
                <a:spcPct val="100000"/>
              </a:lnSpc>
              <a:spcBef>
                <a:spcPts val="0"/>
              </a:spcBef>
              <a:spcAft>
                <a:spcPts val="600"/>
              </a:spcAft>
              <a:buNone/>
            </a:pPr>
            <a:r>
              <a:rPr lang="en-GB" sz="2400" dirty="0">
                <a:effectLst/>
                <a:latin typeface="Calibri" panose="020F0502020204030204" pitchFamily="34" charset="0"/>
                <a:ea typeface="Times New Roman" panose="02020603050405020304" pitchFamily="18" charset="0"/>
              </a:rPr>
              <a:t>Modern lifestyles require huge amounts of energy, from heating </a:t>
            </a:r>
            <a:r>
              <a:rPr lang="en-GB" sz="2400">
                <a:effectLst/>
                <a:latin typeface="Calibri" panose="020F0502020204030204" pitchFamily="34" charset="0"/>
                <a:ea typeface="Times New Roman" panose="02020603050405020304" pitchFamily="18" charset="0"/>
              </a:rPr>
              <a:t>our homes</a:t>
            </a:r>
            <a:br>
              <a:rPr lang="en-GB" sz="2400">
                <a:effectLst/>
                <a:latin typeface="Calibri" panose="020F0502020204030204" pitchFamily="34" charset="0"/>
                <a:ea typeface="Times New Roman" panose="02020603050405020304" pitchFamily="18" charset="0"/>
              </a:rPr>
            </a:br>
            <a:r>
              <a:rPr lang="en-GB" sz="2400">
                <a:effectLst/>
                <a:latin typeface="Calibri" panose="020F0502020204030204" pitchFamily="34" charset="0"/>
                <a:ea typeface="Times New Roman" panose="02020603050405020304" pitchFamily="18" charset="0"/>
              </a:rPr>
              <a:t>to </a:t>
            </a:r>
            <a:r>
              <a:rPr lang="en-GB" sz="2400" dirty="0">
                <a:effectLst/>
                <a:latin typeface="Calibri" panose="020F0502020204030204" pitchFamily="34" charset="0"/>
                <a:ea typeface="Times New Roman" panose="02020603050405020304" pitchFamily="18" charset="0"/>
              </a:rPr>
              <a:t>powering our cars. </a:t>
            </a:r>
          </a:p>
          <a:p>
            <a:pPr marL="0" indent="0">
              <a:lnSpc>
                <a:spcPct val="100000"/>
              </a:lnSpc>
              <a:spcBef>
                <a:spcPts val="0"/>
              </a:spcBef>
              <a:spcAft>
                <a:spcPts val="600"/>
              </a:spcAft>
              <a:buNone/>
            </a:pPr>
            <a:r>
              <a:rPr lang="en-GB" sz="2400" dirty="0">
                <a:effectLst/>
                <a:latin typeface="Calibri" panose="020F0502020204030204" pitchFamily="34" charset="0"/>
                <a:ea typeface="Times New Roman" panose="02020603050405020304" pitchFamily="18" charset="0"/>
              </a:rPr>
              <a:t>But how can we obtain that energy without contributing to environmental issues?</a:t>
            </a:r>
          </a:p>
          <a:p>
            <a:pPr marL="0" indent="0">
              <a:lnSpc>
                <a:spcPct val="100000"/>
              </a:lnSpc>
              <a:spcBef>
                <a:spcPts val="0"/>
              </a:spcBef>
              <a:spcAft>
                <a:spcPts val="600"/>
              </a:spcAft>
              <a:buNone/>
            </a:pPr>
            <a:r>
              <a:rPr lang="en-GB" sz="2400" b="1" dirty="0">
                <a:effectLst/>
                <a:latin typeface="Calibri" panose="020F0502020204030204" pitchFamily="34" charset="0"/>
                <a:ea typeface="Times New Roman" panose="02020603050405020304" pitchFamily="18" charset="0"/>
              </a:rPr>
              <a:t>Research hydrogen as a fuel to produce an informative newspaper article about hydrogen fuel cells.</a:t>
            </a:r>
          </a:p>
          <a:p>
            <a:pPr marL="0" indent="0">
              <a:buNone/>
            </a:pPr>
            <a:endParaRPr lang="en-GB" sz="2400" dirty="0">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2824483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06C3F-4CF3-4F65-BBED-DCD10B3626A3}"/>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F9A1D41F-2A7D-485A-BAFC-3BA2300B3313}"/>
              </a:ext>
            </a:extLst>
          </p:cNvPr>
          <p:cNvSpPr>
            <a:spLocks noGrp="1"/>
          </p:cNvSpPr>
          <p:nvPr>
            <p:ph type="body" idx="1"/>
          </p:nvPr>
        </p:nvSpPr>
        <p:spPr/>
        <p:txBody>
          <a:bodyPr/>
          <a:lstStyle/>
          <a:p>
            <a:endParaRPr lang="en-GB"/>
          </a:p>
        </p:txBody>
      </p:sp>
      <p:pic>
        <p:nvPicPr>
          <p:cNvPr id="4" name="Picture 3">
            <a:extLst>
              <a:ext uri="{FF2B5EF4-FFF2-40B4-BE49-F238E27FC236}">
                <a16:creationId xmlns:a16="http://schemas.microsoft.com/office/drawing/2014/main" id="{80896ED3-67B8-43F3-B352-E05C85912A8F}"/>
              </a:ext>
            </a:extLst>
          </p:cNvPr>
          <p:cNvPicPr>
            <a:picLocks noChangeAspect="1"/>
          </p:cNvPicPr>
          <p:nvPr/>
        </p:nvPicPr>
        <p:blipFill>
          <a:blip r:embed="rId2"/>
          <a:stretch>
            <a:fillRect/>
          </a:stretch>
        </p:blipFill>
        <p:spPr>
          <a:xfrm>
            <a:off x="1704710" y="605101"/>
            <a:ext cx="8782579" cy="5571862"/>
          </a:xfrm>
          <a:prstGeom prst="rect">
            <a:avLst/>
          </a:prstGeom>
        </p:spPr>
      </p:pic>
    </p:spTree>
    <p:extLst>
      <p:ext uri="{BB962C8B-B14F-4D97-AF65-F5344CB8AC3E}">
        <p14:creationId xmlns:p14="http://schemas.microsoft.com/office/powerpoint/2010/main" val="13357124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16AF9E6-EB96-D245-B4D2-8AC43D3445C3}"/>
              </a:ext>
            </a:extLst>
          </p:cNvPr>
          <p:cNvSpPr>
            <a:spLocks noGrp="1"/>
          </p:cNvSpPr>
          <p:nvPr>
            <p:ph type="title"/>
          </p:nvPr>
        </p:nvSpPr>
        <p:spPr>
          <a:noFill/>
        </p:spPr>
        <p:txBody>
          <a:bodyPr anchor="t">
            <a:noAutofit/>
          </a:bodyPr>
          <a:lstStyle/>
          <a:p>
            <a:pPr marL="0" indent="0" defTabSz="739775">
              <a:buNone/>
              <a:tabLst>
                <a:tab pos="442913" algn="l"/>
                <a:tab pos="835025" algn="l"/>
                <a:tab pos="9859963" algn="l"/>
              </a:tabLst>
            </a:pPr>
            <a:r>
              <a:rPr lang="en-US" sz="3200" dirty="0">
                <a:latin typeface="Calibri" panose="020F0502020204030204" pitchFamily="34" charset="0"/>
                <a:ea typeface="Source Sans Pro" panose="020B0503030403020204" pitchFamily="34" charset="0"/>
                <a:cs typeface="Calibri" panose="020F0502020204030204" pitchFamily="34" charset="0"/>
              </a:rPr>
              <a:t>1.	In the hydrogen fuel cell described previously:		a.</a:t>
            </a:r>
            <a:r>
              <a:rPr lang="en-US" sz="3200" b="0" dirty="0">
                <a:latin typeface="Calibri" panose="020F0502020204030204" pitchFamily="34" charset="0"/>
                <a:ea typeface="Source Sans Pro" panose="020B0503030403020204" pitchFamily="34" charset="0"/>
                <a:cs typeface="Calibri" panose="020F0502020204030204" pitchFamily="34" charset="0"/>
              </a:rPr>
              <a:t>	</a:t>
            </a:r>
            <a:r>
              <a:rPr lang="en-US" sz="3200" dirty="0">
                <a:latin typeface="Calibri" panose="020F0502020204030204" pitchFamily="34" charset="0"/>
                <a:ea typeface="Source Sans Pro" panose="020B0503030403020204" pitchFamily="34" charset="0"/>
                <a:cs typeface="Calibri" panose="020F0502020204030204" pitchFamily="34" charset="0"/>
              </a:rPr>
              <a:t>Which gases are pumped into the fuel cell? </a:t>
            </a:r>
            <a:r>
              <a:rPr lang="en-US" sz="3200" b="0" dirty="0">
                <a:latin typeface="Calibri" panose="020F0502020204030204" pitchFamily="34" charset="0"/>
                <a:ea typeface="Source Sans Pro" panose="020B0503030403020204" pitchFamily="34" charset="0"/>
                <a:cs typeface="Calibri" panose="020F0502020204030204" pitchFamily="34" charset="0"/>
              </a:rPr>
              <a:t>1 mark</a:t>
            </a:r>
            <a:br>
              <a:rPr lang="en-US" sz="3200" b="0" dirty="0">
                <a:latin typeface="Calibri" panose="020F0502020204030204" pitchFamily="34" charset="0"/>
                <a:ea typeface="Source Sans Pro" panose="020B0503030403020204" pitchFamily="34" charset="0"/>
                <a:cs typeface="Calibri" panose="020F0502020204030204" pitchFamily="34" charset="0"/>
              </a:rPr>
            </a:br>
            <a:r>
              <a:rPr lang="en-US" sz="3200" b="0" dirty="0">
                <a:latin typeface="Calibri" panose="020F0502020204030204" pitchFamily="34" charset="0"/>
                <a:ea typeface="Source Sans Pro" panose="020B0503030403020204" pitchFamily="34" charset="0"/>
                <a:cs typeface="Calibri" panose="020F0502020204030204" pitchFamily="34" charset="0"/>
              </a:rPr>
              <a:t>	</a:t>
            </a:r>
            <a:r>
              <a:rPr lang="en-US" sz="3200" dirty="0">
                <a:latin typeface="Calibri" panose="020F0502020204030204" pitchFamily="34" charset="0"/>
                <a:ea typeface="Source Sans Pro" panose="020B0503030403020204" pitchFamily="34" charset="0"/>
                <a:cs typeface="Calibri" panose="020F0502020204030204" pitchFamily="34" charset="0"/>
              </a:rPr>
              <a:t>b.</a:t>
            </a:r>
            <a:r>
              <a:rPr lang="en-US" sz="3200" b="0" dirty="0">
                <a:latin typeface="Calibri" panose="020F0502020204030204" pitchFamily="34" charset="0"/>
                <a:ea typeface="Source Sans Pro" panose="020B0503030403020204" pitchFamily="34" charset="0"/>
                <a:cs typeface="Calibri" panose="020F0502020204030204" pitchFamily="34" charset="0"/>
              </a:rPr>
              <a:t>	</a:t>
            </a:r>
            <a:r>
              <a:rPr lang="en-US" sz="3200" dirty="0">
                <a:latin typeface="Calibri" panose="020F0502020204030204" pitchFamily="34" charset="0"/>
                <a:ea typeface="Source Sans Pro" panose="020B0503030403020204" pitchFamily="34" charset="0"/>
                <a:cs typeface="Calibri" panose="020F0502020204030204" pitchFamily="34" charset="0"/>
              </a:rPr>
              <a:t>What is the waste product of the fuel cell? 1 mark</a:t>
            </a:r>
            <a:endParaRPr lang="en-US" sz="3200" b="0" dirty="0">
              <a:solidFill>
                <a:srgbClr val="124330"/>
              </a:solidFill>
              <a:latin typeface="Calibri" panose="020F0502020204030204" pitchFamily="34" charset="0"/>
              <a:ea typeface="Source Sans Pro" panose="020B0503030403020204" pitchFamily="34" charset="0"/>
              <a:cs typeface="Calibri" panose="020F0502020204030204" pitchFamily="34" charset="0"/>
            </a:endParaRPr>
          </a:p>
        </p:txBody>
      </p:sp>
      <p:sp>
        <p:nvSpPr>
          <p:cNvPr id="5" name="Content Placeholder 2">
            <a:extLst>
              <a:ext uri="{FF2B5EF4-FFF2-40B4-BE49-F238E27FC236}">
                <a16:creationId xmlns:a16="http://schemas.microsoft.com/office/drawing/2014/main" id="{D7E804F4-66B7-3816-2D8D-9BAEE5E66EF7}"/>
              </a:ext>
            </a:extLst>
          </p:cNvPr>
          <p:cNvSpPr txBox="1">
            <a:spLocks/>
          </p:cNvSpPr>
          <p:nvPr/>
        </p:nvSpPr>
        <p:spPr>
          <a:xfrm>
            <a:off x="588273" y="2334161"/>
            <a:ext cx="9446653" cy="30998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0">
              <a:buNone/>
            </a:pPr>
            <a:r>
              <a:rPr lang="en-US" sz="3200" b="1" dirty="0">
                <a:solidFill>
                  <a:srgbClr val="00B050"/>
                </a:solidFill>
              </a:rPr>
              <a:t>a.	</a:t>
            </a:r>
            <a:r>
              <a:rPr lang="en-US" sz="3200" dirty="0">
                <a:solidFill>
                  <a:srgbClr val="00B050"/>
                </a:solidFill>
              </a:rPr>
              <a:t>Hydrogen and oxygen/air. [1]</a:t>
            </a:r>
          </a:p>
          <a:p>
            <a:pPr marL="457200" indent="0">
              <a:buNone/>
            </a:pPr>
            <a:r>
              <a:rPr lang="en-US" sz="3200" b="1" dirty="0">
                <a:solidFill>
                  <a:srgbClr val="00B050"/>
                </a:solidFill>
              </a:rPr>
              <a:t>b.</a:t>
            </a:r>
            <a:r>
              <a:rPr lang="en-US" sz="3200" dirty="0">
                <a:solidFill>
                  <a:srgbClr val="00B050"/>
                </a:solidFill>
              </a:rPr>
              <a:t>	Water. [1] </a:t>
            </a:r>
            <a:endParaRPr lang="en-GB" sz="3200" dirty="0">
              <a:solidFill>
                <a:srgbClr val="00B050"/>
              </a:solidFill>
            </a:endParaRPr>
          </a:p>
        </p:txBody>
      </p:sp>
    </p:spTree>
    <p:extLst>
      <p:ext uri="{BB962C8B-B14F-4D97-AF65-F5344CB8AC3E}">
        <p14:creationId xmlns:p14="http://schemas.microsoft.com/office/powerpoint/2010/main" val="2560623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16AF9E6-EB96-D245-B4D2-8AC43D3445C3}"/>
              </a:ext>
            </a:extLst>
          </p:cNvPr>
          <p:cNvSpPr>
            <a:spLocks noGrp="1"/>
          </p:cNvSpPr>
          <p:nvPr>
            <p:ph type="title"/>
          </p:nvPr>
        </p:nvSpPr>
        <p:spPr>
          <a:noFill/>
        </p:spPr>
        <p:txBody>
          <a:bodyPr anchor="t">
            <a:noAutofit/>
          </a:bodyPr>
          <a:lstStyle/>
          <a:p>
            <a:pPr marL="0" indent="0" defTabSz="739775">
              <a:buNone/>
              <a:tabLst>
                <a:tab pos="442913" algn="l"/>
                <a:tab pos="9859963" algn="l"/>
              </a:tabLst>
            </a:pPr>
            <a:r>
              <a:rPr lang="en-US" sz="3600" dirty="0"/>
              <a:t>2.	</a:t>
            </a:r>
            <a:r>
              <a:rPr lang="en-US" sz="3600" dirty="0">
                <a:latin typeface="Calibri" panose="020F0502020204030204" pitchFamily="34" charset="0"/>
                <a:ea typeface="Source Sans Pro" panose="020B0503030403020204" pitchFamily="34" charset="0"/>
                <a:cs typeface="Calibri" panose="020F0502020204030204" pitchFamily="34" charset="0"/>
              </a:rPr>
              <a:t>Explain how a hydrogen fuel cell produces electricity.</a:t>
            </a:r>
            <a:r>
              <a:rPr lang="en-US" sz="3600" dirty="0"/>
              <a:t>	</a:t>
            </a:r>
            <a:r>
              <a:rPr lang="en-US" sz="3600" b="0" dirty="0">
                <a:latin typeface="Calibri" panose="020F0502020204030204" pitchFamily="34" charset="0"/>
                <a:ea typeface="Source Sans Pro" panose="020B0503030403020204" pitchFamily="34" charset="0"/>
                <a:cs typeface="Calibri" panose="020F0502020204030204" pitchFamily="34" charset="0"/>
              </a:rPr>
              <a:t>3 marks</a:t>
            </a:r>
            <a:br>
              <a:rPr lang="en-US" sz="3600" dirty="0">
                <a:latin typeface="Calibri" panose="020F0502020204030204" pitchFamily="34" charset="0"/>
                <a:ea typeface="Source Sans Pro" panose="020B0503030403020204" pitchFamily="34" charset="0"/>
                <a:cs typeface="Calibri" panose="020F0502020204030204" pitchFamily="34" charset="0"/>
              </a:rPr>
            </a:br>
            <a:r>
              <a:rPr lang="en-US" sz="3600" b="0" dirty="0">
                <a:latin typeface="Calibri" panose="020F0502020204030204" pitchFamily="34" charset="0"/>
                <a:ea typeface="Source Sans Pro" panose="020B0503030403020204" pitchFamily="34" charset="0"/>
                <a:cs typeface="Calibri" panose="020F0502020204030204" pitchFamily="34" charset="0"/>
              </a:rPr>
              <a:t>	</a:t>
            </a:r>
            <a:endParaRPr lang="en-US" sz="3600" b="0" dirty="0">
              <a:solidFill>
                <a:srgbClr val="124330"/>
              </a:solidFill>
              <a:latin typeface="Calibri" panose="020F0502020204030204" pitchFamily="34" charset="0"/>
              <a:ea typeface="Source Sans Pro" panose="020B0503030403020204" pitchFamily="34" charset="0"/>
              <a:cs typeface="Calibri" panose="020F0502020204030204" pitchFamily="34" charset="0"/>
            </a:endParaRPr>
          </a:p>
        </p:txBody>
      </p:sp>
      <p:sp>
        <p:nvSpPr>
          <p:cNvPr id="5" name="Content Placeholder 2">
            <a:extLst>
              <a:ext uri="{FF2B5EF4-FFF2-40B4-BE49-F238E27FC236}">
                <a16:creationId xmlns:a16="http://schemas.microsoft.com/office/drawing/2014/main" id="{D7E804F4-66B7-3816-2D8D-9BAEE5E66EF7}"/>
              </a:ext>
            </a:extLst>
          </p:cNvPr>
          <p:cNvSpPr txBox="1">
            <a:spLocks/>
          </p:cNvSpPr>
          <p:nvPr/>
        </p:nvSpPr>
        <p:spPr>
          <a:xfrm>
            <a:off x="654534" y="2135379"/>
            <a:ext cx="9446653" cy="30998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indent="-342900"/>
            <a:r>
              <a:rPr lang="en-US" sz="2800" dirty="0">
                <a:solidFill>
                  <a:srgbClr val="00B050"/>
                </a:solidFill>
              </a:rPr>
              <a:t>Hydrogen reacts with hydroxide ions to provide electrons into the circuit. [1]</a:t>
            </a:r>
          </a:p>
          <a:p>
            <a:pPr marL="800100" indent="-342900"/>
            <a:r>
              <a:rPr lang="en-US" sz="2800" dirty="0">
                <a:solidFill>
                  <a:srgbClr val="00B050"/>
                </a:solidFill>
              </a:rPr>
              <a:t>Oxygen accepts the electrons from the external circuit. [1]</a:t>
            </a:r>
          </a:p>
          <a:p>
            <a:pPr marL="800100" indent="-342900"/>
            <a:r>
              <a:rPr lang="en-US" sz="2800" dirty="0">
                <a:solidFill>
                  <a:srgbClr val="00B050"/>
                </a:solidFill>
              </a:rPr>
              <a:t>Producing the electric current. [1]</a:t>
            </a:r>
          </a:p>
          <a:p>
            <a:pPr marL="800100" indent="-342900"/>
            <a:endParaRPr lang="en-US" sz="2800" b="1" dirty="0">
              <a:solidFill>
                <a:srgbClr val="00B050"/>
              </a:solidFill>
            </a:endParaRPr>
          </a:p>
          <a:p>
            <a:pPr marL="800100" indent="-342900" defTabSz="403225">
              <a:tabLst>
                <a:tab pos="403225" algn="l"/>
              </a:tabLst>
            </a:pPr>
            <a:endParaRPr lang="en-GB" sz="2800" dirty="0">
              <a:solidFill>
                <a:srgbClr val="00B050"/>
              </a:solidFill>
            </a:endParaRPr>
          </a:p>
          <a:p>
            <a:pPr marL="800100" indent="-342900"/>
            <a:endParaRPr lang="en-US" sz="2800" b="1" dirty="0">
              <a:solidFill>
                <a:srgbClr val="00B050"/>
              </a:solidFill>
            </a:endParaRPr>
          </a:p>
          <a:p>
            <a:pPr marL="800100" indent="-342900"/>
            <a:endParaRPr lang="en-US" sz="2800" b="1" dirty="0">
              <a:solidFill>
                <a:srgbClr val="00B050"/>
              </a:solidFill>
            </a:endParaRPr>
          </a:p>
        </p:txBody>
      </p:sp>
    </p:spTree>
    <p:extLst>
      <p:ext uri="{BB962C8B-B14F-4D97-AF65-F5344CB8AC3E}">
        <p14:creationId xmlns:p14="http://schemas.microsoft.com/office/powerpoint/2010/main" val="3956252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16AF9E6-EB96-D245-B4D2-8AC43D3445C3}"/>
              </a:ext>
            </a:extLst>
          </p:cNvPr>
          <p:cNvSpPr>
            <a:spLocks noGrp="1"/>
          </p:cNvSpPr>
          <p:nvPr>
            <p:ph type="title"/>
          </p:nvPr>
        </p:nvSpPr>
        <p:spPr>
          <a:noFill/>
        </p:spPr>
        <p:txBody>
          <a:bodyPr anchor="t">
            <a:noAutofit/>
          </a:bodyPr>
          <a:lstStyle/>
          <a:p>
            <a:pPr marL="0" indent="0" defTabSz="739775">
              <a:buNone/>
              <a:tabLst>
                <a:tab pos="442913" algn="l"/>
                <a:tab pos="9859963" algn="l"/>
              </a:tabLst>
            </a:pPr>
            <a:r>
              <a:rPr lang="en-US" sz="3200" dirty="0"/>
              <a:t>3.	</a:t>
            </a:r>
            <a:r>
              <a:rPr lang="en-US" sz="3200" dirty="0">
                <a:solidFill>
                  <a:srgbClr val="C00000"/>
                </a:solidFill>
              </a:rPr>
              <a:t>H</a:t>
            </a:r>
            <a:r>
              <a:rPr lang="en-US" sz="3200" dirty="0">
                <a:solidFill>
                  <a:srgbClr val="FF0000"/>
                </a:solidFill>
              </a:rPr>
              <a:t> </a:t>
            </a:r>
            <a:r>
              <a:rPr lang="en-US" sz="3200" dirty="0">
                <a:latin typeface="Calibri" panose="020F0502020204030204" pitchFamily="34" charset="0"/>
                <a:ea typeface="Source Sans Pro" panose="020B0503030403020204" pitchFamily="34" charset="0"/>
                <a:cs typeface="Calibri" panose="020F0502020204030204" pitchFamily="34" charset="0"/>
              </a:rPr>
              <a:t>Write two half equations that show what happens to the hydrogen and oxygen gases in a hydrogen fuel cell. </a:t>
            </a:r>
            <a:r>
              <a:rPr lang="en-US" sz="3200" b="0" dirty="0">
                <a:latin typeface="Calibri" panose="020F0502020204030204" pitchFamily="34" charset="0"/>
                <a:ea typeface="Source Sans Pro" panose="020B0503030403020204" pitchFamily="34" charset="0"/>
                <a:cs typeface="Calibri" panose="020F0502020204030204" pitchFamily="34" charset="0"/>
              </a:rPr>
              <a:t>4 marks</a:t>
            </a:r>
            <a:r>
              <a:rPr lang="en-US" sz="3200" dirty="0">
                <a:latin typeface="Calibri" panose="020F0502020204030204" pitchFamily="34" charset="0"/>
                <a:ea typeface="Source Sans Pro" panose="020B0503030403020204" pitchFamily="34" charset="0"/>
                <a:cs typeface="Calibri" panose="020F0502020204030204" pitchFamily="34" charset="0"/>
              </a:rPr>
              <a:t>						</a:t>
            </a:r>
            <a:br>
              <a:rPr lang="en-US" sz="3200" b="0" dirty="0">
                <a:latin typeface="Calibri" panose="020F0502020204030204" pitchFamily="34" charset="0"/>
                <a:ea typeface="Source Sans Pro" panose="020B0503030403020204" pitchFamily="34" charset="0"/>
                <a:cs typeface="Calibri" panose="020F0502020204030204" pitchFamily="34" charset="0"/>
              </a:rPr>
            </a:br>
            <a:r>
              <a:rPr lang="en-US" sz="3200" b="0" dirty="0">
                <a:latin typeface="Calibri" panose="020F0502020204030204" pitchFamily="34" charset="0"/>
                <a:ea typeface="Source Sans Pro" panose="020B0503030403020204" pitchFamily="34" charset="0"/>
                <a:cs typeface="Calibri" panose="020F0502020204030204" pitchFamily="34" charset="0"/>
              </a:rPr>
              <a:t>	</a:t>
            </a:r>
            <a:endParaRPr lang="en-US" sz="3200" b="0" dirty="0">
              <a:solidFill>
                <a:srgbClr val="124330"/>
              </a:solidFill>
              <a:latin typeface="Calibri" panose="020F0502020204030204" pitchFamily="34" charset="0"/>
              <a:ea typeface="Source Sans Pro" panose="020B0503030403020204" pitchFamily="34" charset="0"/>
              <a:cs typeface="Calibri" panose="020F0502020204030204" pitchFamily="34" charset="0"/>
            </a:endParaRPr>
          </a:p>
        </p:txBody>
      </p:sp>
      <p:sp>
        <p:nvSpPr>
          <p:cNvPr id="6" name="Content Placeholder 2">
            <a:extLst>
              <a:ext uri="{FF2B5EF4-FFF2-40B4-BE49-F238E27FC236}">
                <a16:creationId xmlns:a16="http://schemas.microsoft.com/office/drawing/2014/main" id="{D7E804F4-66B7-3816-2D8D-9BAEE5E66EF7}"/>
              </a:ext>
            </a:extLst>
          </p:cNvPr>
          <p:cNvSpPr txBox="1">
            <a:spLocks/>
          </p:cNvSpPr>
          <p:nvPr/>
        </p:nvSpPr>
        <p:spPr>
          <a:xfrm>
            <a:off x="838200" y="2108874"/>
            <a:ext cx="10874556" cy="30998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indent="-342900"/>
            <a:r>
              <a:rPr lang="pt-BR" sz="3200" dirty="0">
                <a:solidFill>
                  <a:srgbClr val="00B050"/>
                </a:solidFill>
                <a:latin typeface="ITC Berkeley Oldstyle Std" panose="02090503050306020404" pitchFamily="18" charset="0"/>
              </a:rPr>
              <a:t>2H</a:t>
            </a:r>
            <a:r>
              <a:rPr lang="pt-BR" sz="3200" baseline="-25000" dirty="0">
                <a:solidFill>
                  <a:srgbClr val="00B050"/>
                </a:solidFill>
                <a:latin typeface="ITC Berkeley Oldstyle Std" panose="02090503050306020404" pitchFamily="18" charset="0"/>
              </a:rPr>
              <a:t>2</a:t>
            </a:r>
            <a:r>
              <a:rPr lang="pt-BR" sz="3200" dirty="0">
                <a:solidFill>
                  <a:srgbClr val="00B050"/>
                </a:solidFill>
                <a:latin typeface="ITC Berkeley Oldstyle Std" panose="02090503050306020404" pitchFamily="18" charset="0"/>
              </a:rPr>
              <a:t>(g) + 4OH</a:t>
            </a:r>
            <a:r>
              <a:rPr lang="pt-BR" sz="3200" baseline="30000" dirty="0">
                <a:solidFill>
                  <a:srgbClr val="00B050"/>
                </a:solidFill>
                <a:latin typeface="ITC Berkeley Oldstyle Std" panose="02090503050306020404" pitchFamily="18" charset="0"/>
              </a:rPr>
              <a:t>−</a:t>
            </a:r>
            <a:r>
              <a:rPr lang="pt-BR" sz="3200" dirty="0">
                <a:solidFill>
                  <a:srgbClr val="00B050"/>
                </a:solidFill>
                <a:latin typeface="ITC Berkeley Oldstyle Std" panose="02090503050306020404" pitchFamily="18" charset="0"/>
              </a:rPr>
              <a:t>(aq) </a:t>
            </a:r>
            <a:r>
              <a:rPr lang="en-GB" sz="3200" b="1" dirty="0">
                <a:solidFill>
                  <a:srgbClr val="00B050"/>
                </a:solidFill>
                <a:latin typeface="ITC Berkeley Oldstyle Std" panose="02090503050306020404" pitchFamily="18" charset="0"/>
              </a:rPr>
              <a:t>⟶</a:t>
            </a:r>
            <a:r>
              <a:rPr lang="pt-BR" sz="3200" dirty="0">
                <a:solidFill>
                  <a:srgbClr val="00B050"/>
                </a:solidFill>
                <a:latin typeface="ITC Berkeley Oldstyle Std" panose="02090503050306020404" pitchFamily="18" charset="0"/>
              </a:rPr>
              <a:t> H</a:t>
            </a:r>
            <a:r>
              <a:rPr lang="pt-BR" sz="3200" baseline="-25000" dirty="0">
                <a:solidFill>
                  <a:srgbClr val="00B050"/>
                </a:solidFill>
                <a:latin typeface="ITC Berkeley Oldstyle Std" panose="02090503050306020404" pitchFamily="18" charset="0"/>
              </a:rPr>
              <a:t>2</a:t>
            </a:r>
            <a:r>
              <a:rPr lang="pt-BR" sz="3200" dirty="0">
                <a:solidFill>
                  <a:srgbClr val="00B050"/>
                </a:solidFill>
                <a:latin typeface="ITC Berkeley Oldstyle Std" panose="02090503050306020404" pitchFamily="18" charset="0"/>
              </a:rPr>
              <a:t>O(l) + 4e</a:t>
            </a:r>
            <a:r>
              <a:rPr lang="pt-BR" sz="3200" baseline="30000" dirty="0">
                <a:solidFill>
                  <a:srgbClr val="00B050"/>
                </a:solidFill>
                <a:latin typeface="ITC Berkeley Oldstyle Std" panose="02090503050306020404" pitchFamily="18" charset="0"/>
              </a:rPr>
              <a:t>−</a:t>
            </a:r>
            <a:r>
              <a:rPr lang="pt-BR" sz="3200" dirty="0">
                <a:solidFill>
                  <a:srgbClr val="00B050"/>
                </a:solidFill>
                <a:latin typeface="ITC Berkeley Oldstyle Std" panose="02090503050306020404" pitchFamily="18" charset="0"/>
              </a:rPr>
              <a:t> </a:t>
            </a:r>
            <a:r>
              <a:rPr lang="pt-BR" sz="3200" dirty="0">
                <a:solidFill>
                  <a:srgbClr val="00B050"/>
                </a:solidFill>
              </a:rPr>
              <a:t>[2]</a:t>
            </a:r>
          </a:p>
          <a:p>
            <a:pPr marL="800100" indent="-342900"/>
            <a:r>
              <a:rPr lang="pt-BR" sz="3200" dirty="0">
                <a:solidFill>
                  <a:srgbClr val="00B050"/>
                </a:solidFill>
                <a:latin typeface="ITC Berkeley Oldstyle Std" panose="02090503050306020404" pitchFamily="18" charset="0"/>
              </a:rPr>
              <a:t>O</a:t>
            </a:r>
            <a:r>
              <a:rPr lang="pt-BR" sz="3200" baseline="-25000" dirty="0">
                <a:solidFill>
                  <a:srgbClr val="00B050"/>
                </a:solidFill>
                <a:latin typeface="ITC Berkeley Oldstyle Std" panose="02090503050306020404" pitchFamily="18" charset="0"/>
              </a:rPr>
              <a:t>2</a:t>
            </a:r>
            <a:r>
              <a:rPr lang="pt-BR" sz="3200" dirty="0">
                <a:solidFill>
                  <a:srgbClr val="00B050"/>
                </a:solidFill>
                <a:latin typeface="ITC Berkeley Oldstyle Std" panose="02090503050306020404" pitchFamily="18" charset="0"/>
              </a:rPr>
              <a:t>(g) + 2H</a:t>
            </a:r>
            <a:r>
              <a:rPr lang="pt-BR" sz="3200" baseline="-25000" dirty="0">
                <a:solidFill>
                  <a:srgbClr val="00B050"/>
                </a:solidFill>
                <a:latin typeface="ITC Berkeley Oldstyle Std" panose="02090503050306020404" pitchFamily="18" charset="0"/>
              </a:rPr>
              <a:t>2</a:t>
            </a:r>
            <a:r>
              <a:rPr lang="pt-BR" sz="3200" dirty="0">
                <a:solidFill>
                  <a:srgbClr val="00B050"/>
                </a:solidFill>
                <a:latin typeface="ITC Berkeley Oldstyle Std" panose="02090503050306020404" pitchFamily="18" charset="0"/>
              </a:rPr>
              <a:t>O(l) + 4e</a:t>
            </a:r>
            <a:r>
              <a:rPr lang="pt-BR" sz="3200" baseline="30000" dirty="0">
                <a:solidFill>
                  <a:srgbClr val="00B050"/>
                </a:solidFill>
                <a:latin typeface="ITC Berkeley Oldstyle Std" panose="02090503050306020404" pitchFamily="18" charset="0"/>
              </a:rPr>
              <a:t>−</a:t>
            </a:r>
            <a:r>
              <a:rPr lang="pt-BR" sz="3200" dirty="0">
                <a:solidFill>
                  <a:srgbClr val="00B050"/>
                </a:solidFill>
                <a:latin typeface="ITC Berkeley Oldstyle Std" panose="02090503050306020404" pitchFamily="18" charset="0"/>
              </a:rPr>
              <a:t> </a:t>
            </a:r>
            <a:r>
              <a:rPr lang="en-GB" sz="3200" b="1" dirty="0">
                <a:solidFill>
                  <a:srgbClr val="00B050"/>
                </a:solidFill>
                <a:latin typeface="ITC Berkeley Oldstyle Std" panose="02090503050306020404" pitchFamily="18" charset="0"/>
              </a:rPr>
              <a:t>⟶</a:t>
            </a:r>
            <a:r>
              <a:rPr lang="pt-BR" sz="3200" dirty="0">
                <a:solidFill>
                  <a:srgbClr val="00B050"/>
                </a:solidFill>
                <a:latin typeface="ITC Berkeley Oldstyle Std" panose="02090503050306020404" pitchFamily="18" charset="0"/>
              </a:rPr>
              <a:t> 4OH</a:t>
            </a:r>
            <a:r>
              <a:rPr lang="pt-BR" sz="3200" baseline="30000" dirty="0">
                <a:solidFill>
                  <a:srgbClr val="00B050"/>
                </a:solidFill>
                <a:latin typeface="ITC Berkeley Oldstyle Std" panose="02090503050306020404" pitchFamily="18" charset="0"/>
              </a:rPr>
              <a:t>− </a:t>
            </a:r>
            <a:r>
              <a:rPr lang="pt-BR" sz="3200" dirty="0">
                <a:solidFill>
                  <a:srgbClr val="00B050"/>
                </a:solidFill>
                <a:latin typeface="ITC Berkeley Oldstyle Std" panose="02090503050306020404" pitchFamily="18" charset="0"/>
              </a:rPr>
              <a:t>(aq) </a:t>
            </a:r>
            <a:r>
              <a:rPr lang="pt-BR" sz="3200" dirty="0">
                <a:solidFill>
                  <a:srgbClr val="00B050"/>
                </a:solidFill>
              </a:rPr>
              <a:t>[2]</a:t>
            </a:r>
          </a:p>
          <a:p>
            <a:pPr marL="800100" indent="-342900"/>
            <a:endParaRPr lang="en-US" sz="3200" dirty="0">
              <a:solidFill>
                <a:srgbClr val="00B050"/>
              </a:solidFill>
            </a:endParaRPr>
          </a:p>
          <a:p>
            <a:pPr marL="800100" indent="-342900"/>
            <a:endParaRPr lang="en-US" sz="3200" b="1" dirty="0">
              <a:solidFill>
                <a:srgbClr val="00B050"/>
              </a:solidFill>
            </a:endParaRPr>
          </a:p>
          <a:p>
            <a:pPr marL="800100" indent="-342900" defTabSz="403225">
              <a:tabLst>
                <a:tab pos="403225" algn="l"/>
              </a:tabLst>
            </a:pPr>
            <a:endParaRPr lang="en-GB" sz="3200" dirty="0">
              <a:solidFill>
                <a:srgbClr val="00B050"/>
              </a:solidFill>
            </a:endParaRPr>
          </a:p>
          <a:p>
            <a:pPr marL="800100" indent="-342900"/>
            <a:endParaRPr lang="en-US" sz="3200" b="1" dirty="0">
              <a:solidFill>
                <a:srgbClr val="00B050"/>
              </a:solidFill>
            </a:endParaRPr>
          </a:p>
          <a:p>
            <a:pPr marL="800100" indent="-342900"/>
            <a:endParaRPr lang="en-US" sz="3200" b="1" dirty="0">
              <a:solidFill>
                <a:srgbClr val="00B050"/>
              </a:solidFill>
            </a:endParaRPr>
          </a:p>
        </p:txBody>
      </p:sp>
    </p:spTree>
    <p:extLst>
      <p:ext uri="{BB962C8B-B14F-4D97-AF65-F5344CB8AC3E}">
        <p14:creationId xmlns:p14="http://schemas.microsoft.com/office/powerpoint/2010/main" val="2495519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06C3F-4CF3-4F65-BBED-DCD10B3626A3}"/>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F9A1D41F-2A7D-485A-BAFC-3BA2300B3313}"/>
              </a:ext>
            </a:extLst>
          </p:cNvPr>
          <p:cNvSpPr>
            <a:spLocks noGrp="1"/>
          </p:cNvSpPr>
          <p:nvPr>
            <p:ph type="body" idx="1"/>
          </p:nvPr>
        </p:nvSpPr>
        <p:spPr/>
        <p:txBody>
          <a:bodyPr/>
          <a:lstStyle/>
          <a:p>
            <a:endParaRPr lang="en-GB"/>
          </a:p>
        </p:txBody>
      </p:sp>
      <p:pic>
        <p:nvPicPr>
          <p:cNvPr id="4" name="Picture 3">
            <a:extLst>
              <a:ext uri="{FF2B5EF4-FFF2-40B4-BE49-F238E27FC236}">
                <a16:creationId xmlns:a16="http://schemas.microsoft.com/office/drawing/2014/main" id="{80896ED3-67B8-43F3-B352-E05C85912A8F}"/>
              </a:ext>
            </a:extLst>
          </p:cNvPr>
          <p:cNvPicPr>
            <a:picLocks noChangeAspect="1"/>
          </p:cNvPicPr>
          <p:nvPr/>
        </p:nvPicPr>
        <p:blipFill rotWithShape="1">
          <a:blip r:embed="rId2"/>
          <a:srcRect t="55810"/>
          <a:stretch/>
        </p:blipFill>
        <p:spPr>
          <a:xfrm>
            <a:off x="618921" y="1367631"/>
            <a:ext cx="10954157" cy="3071019"/>
          </a:xfrm>
          <a:prstGeom prst="rect">
            <a:avLst/>
          </a:prstGeom>
        </p:spPr>
      </p:pic>
    </p:spTree>
    <p:extLst>
      <p:ext uri="{BB962C8B-B14F-4D97-AF65-F5344CB8AC3E}">
        <p14:creationId xmlns:p14="http://schemas.microsoft.com/office/powerpoint/2010/main" val="40442392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3">
            <a:extLst>
              <a:ext uri="{FF2B5EF4-FFF2-40B4-BE49-F238E27FC236}">
                <a16:creationId xmlns:a16="http://schemas.microsoft.com/office/drawing/2014/main" id="{116AF9E6-EB96-D245-B4D2-8AC43D3445C3}"/>
              </a:ext>
            </a:extLst>
          </p:cNvPr>
          <p:cNvSpPr>
            <a:spLocks noGrp="1"/>
          </p:cNvSpPr>
          <p:nvPr>
            <p:ph type="title"/>
          </p:nvPr>
        </p:nvSpPr>
        <p:spPr>
          <a:xfrm>
            <a:off x="410817" y="365125"/>
            <a:ext cx="10942983" cy="1325563"/>
          </a:xfrm>
          <a:noFill/>
        </p:spPr>
        <p:txBody>
          <a:bodyPr anchor="t">
            <a:noAutofit/>
          </a:bodyPr>
          <a:lstStyle/>
          <a:p>
            <a:pPr marL="0" indent="0" defTabSz="492125">
              <a:buNone/>
              <a:tabLst>
                <a:tab pos="442913" algn="l"/>
                <a:tab pos="9859963" algn="l"/>
              </a:tabLst>
            </a:pPr>
            <a:r>
              <a:rPr lang="en-US" sz="2400" dirty="0"/>
              <a:t>4.	</a:t>
            </a:r>
            <a:r>
              <a:rPr lang="en-US" sz="2400" dirty="0">
                <a:latin typeface="Calibri" panose="020F0502020204030204" pitchFamily="34" charset="0"/>
                <a:ea typeface="Source Sans Pro" panose="020B0503030403020204" pitchFamily="34" charset="0"/>
                <a:cs typeface="Calibri" panose="020F0502020204030204" pitchFamily="34" charset="0"/>
              </a:rPr>
              <a:t>Imagine that a family decides to buy an electric car. The car uses batteries that need regular recharging by plugging into an electrical socket. </a:t>
            </a:r>
            <a:br>
              <a:rPr lang="en-US" sz="2400" dirty="0">
                <a:latin typeface="Calibri" panose="020F0502020204030204" pitchFamily="34" charset="0"/>
                <a:ea typeface="Source Sans Pro" panose="020B0503030403020204" pitchFamily="34" charset="0"/>
                <a:cs typeface="Calibri" panose="020F0502020204030204" pitchFamily="34" charset="0"/>
              </a:rPr>
            </a:br>
            <a:r>
              <a:rPr lang="en-US" sz="2400" dirty="0">
                <a:latin typeface="Calibri" panose="020F0502020204030204" pitchFamily="34" charset="0"/>
                <a:ea typeface="Source Sans Pro" panose="020B0503030403020204" pitchFamily="34" charset="0"/>
                <a:cs typeface="Calibri" panose="020F0502020204030204" pitchFamily="34" charset="0"/>
              </a:rPr>
              <a:t>	Explain why this would not necessarily mean that they had found a way to get around without adding to the carbon dioxide in the air. </a:t>
            </a:r>
            <a:br>
              <a:rPr lang="en-US" sz="2400" dirty="0">
                <a:latin typeface="Calibri" panose="020F0502020204030204" pitchFamily="34" charset="0"/>
                <a:ea typeface="Source Sans Pro" panose="020B0503030403020204" pitchFamily="34" charset="0"/>
                <a:cs typeface="Calibri" panose="020F0502020204030204" pitchFamily="34" charset="0"/>
              </a:rPr>
            </a:br>
            <a:r>
              <a:rPr lang="en-US" sz="2400" dirty="0">
                <a:latin typeface="Calibri" panose="020F0502020204030204" pitchFamily="34" charset="0"/>
                <a:ea typeface="Source Sans Pro" panose="020B0503030403020204" pitchFamily="34" charset="0"/>
                <a:cs typeface="Calibri" panose="020F0502020204030204" pitchFamily="34" charset="0"/>
              </a:rPr>
              <a:t>	Explain how the electric car could run without contributing to global climate change. </a:t>
            </a:r>
            <a:r>
              <a:rPr lang="en-US" sz="2400" b="0" dirty="0">
                <a:latin typeface="Calibri" panose="020F0502020204030204" pitchFamily="34" charset="0"/>
                <a:ea typeface="Source Sans Pro" panose="020B0503030403020204" pitchFamily="34" charset="0"/>
                <a:cs typeface="Calibri" panose="020F0502020204030204" pitchFamily="34" charset="0"/>
              </a:rPr>
              <a:t>5 marks</a:t>
            </a:r>
            <a:br>
              <a:rPr lang="en-US" sz="2400" b="0" dirty="0">
                <a:latin typeface="Calibri" panose="020F0502020204030204" pitchFamily="34" charset="0"/>
                <a:ea typeface="Source Sans Pro" panose="020B0503030403020204" pitchFamily="34" charset="0"/>
                <a:cs typeface="Calibri" panose="020F0502020204030204" pitchFamily="34" charset="0"/>
              </a:rPr>
            </a:br>
            <a:r>
              <a:rPr lang="en-US" sz="2400" b="0" dirty="0">
                <a:latin typeface="Calibri" panose="020F0502020204030204" pitchFamily="34" charset="0"/>
                <a:ea typeface="Source Sans Pro" panose="020B0503030403020204" pitchFamily="34" charset="0"/>
                <a:cs typeface="Calibri" panose="020F0502020204030204" pitchFamily="34" charset="0"/>
              </a:rPr>
              <a:t>	</a:t>
            </a:r>
            <a:endParaRPr lang="en-US" sz="2400" b="0" dirty="0">
              <a:solidFill>
                <a:srgbClr val="124330"/>
              </a:solidFill>
              <a:latin typeface="Calibri" panose="020F0502020204030204" pitchFamily="34" charset="0"/>
              <a:ea typeface="Source Sans Pro" panose="020B0503030403020204" pitchFamily="34" charset="0"/>
              <a:cs typeface="Calibri" panose="020F0502020204030204" pitchFamily="34" charset="0"/>
            </a:endParaRPr>
          </a:p>
        </p:txBody>
      </p:sp>
      <p:sp>
        <p:nvSpPr>
          <p:cNvPr id="11" name="Content Placeholder 2">
            <a:extLst>
              <a:ext uri="{FF2B5EF4-FFF2-40B4-BE49-F238E27FC236}">
                <a16:creationId xmlns:a16="http://schemas.microsoft.com/office/drawing/2014/main" id="{D7E804F4-66B7-3816-2D8D-9BAEE5E66EF7}"/>
              </a:ext>
            </a:extLst>
          </p:cNvPr>
          <p:cNvSpPr txBox="1">
            <a:spLocks/>
          </p:cNvSpPr>
          <p:nvPr/>
        </p:nvSpPr>
        <p:spPr>
          <a:xfrm>
            <a:off x="410817" y="2625709"/>
            <a:ext cx="10832992" cy="30998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indent="-342900"/>
            <a:r>
              <a:rPr lang="en-US" sz="2400" dirty="0">
                <a:solidFill>
                  <a:srgbClr val="00B050"/>
                </a:solidFill>
              </a:rPr>
              <a:t>Electricity to recharge cells from the mains might be produced by burning/combustion. [1] </a:t>
            </a:r>
          </a:p>
          <a:p>
            <a:pPr marL="800100" indent="-342900"/>
            <a:r>
              <a:rPr lang="en-US" sz="2400" dirty="0">
                <a:solidFill>
                  <a:srgbClr val="00B050"/>
                </a:solidFill>
              </a:rPr>
              <a:t>Of fossil fuel. [1] </a:t>
            </a:r>
          </a:p>
          <a:p>
            <a:pPr marL="800100" indent="-342900"/>
            <a:r>
              <a:rPr lang="en-US" sz="2400" dirty="0">
                <a:solidFill>
                  <a:srgbClr val="00B050"/>
                </a:solidFill>
              </a:rPr>
              <a:t>However, if electricity from renewable source. [1] </a:t>
            </a:r>
          </a:p>
          <a:p>
            <a:pPr marL="800100" indent="-342900"/>
            <a:r>
              <a:rPr lang="en-US" sz="2400" dirty="0">
                <a:solidFill>
                  <a:srgbClr val="00B050"/>
                </a:solidFill>
              </a:rPr>
              <a:t>Such as wind power or </a:t>
            </a:r>
            <a:r>
              <a:rPr lang="es-ES" sz="2400" dirty="0">
                <a:solidFill>
                  <a:srgbClr val="00B050"/>
                </a:solidFill>
              </a:rPr>
              <a:t>solar </a:t>
            </a:r>
            <a:r>
              <a:rPr lang="es-ES" sz="2400" dirty="0" err="1">
                <a:solidFill>
                  <a:srgbClr val="00B050"/>
                </a:solidFill>
              </a:rPr>
              <a:t>cells</a:t>
            </a:r>
            <a:r>
              <a:rPr lang="es-ES" sz="2400" dirty="0">
                <a:solidFill>
                  <a:srgbClr val="00B050"/>
                </a:solidFill>
              </a:rPr>
              <a:t>. [1] </a:t>
            </a:r>
          </a:p>
          <a:p>
            <a:pPr marL="800100" indent="-342900"/>
            <a:r>
              <a:rPr lang="es-ES" sz="2400" dirty="0">
                <a:solidFill>
                  <a:srgbClr val="00B050"/>
                </a:solidFill>
              </a:rPr>
              <a:t>No </a:t>
            </a:r>
            <a:r>
              <a:rPr lang="es-ES" sz="2400" dirty="0" err="1">
                <a:solidFill>
                  <a:srgbClr val="00B050"/>
                </a:solidFill>
              </a:rPr>
              <a:t>carbon</a:t>
            </a:r>
            <a:r>
              <a:rPr lang="es-ES" sz="2400" dirty="0">
                <a:solidFill>
                  <a:srgbClr val="00B050"/>
                </a:solidFill>
              </a:rPr>
              <a:t> </a:t>
            </a:r>
            <a:r>
              <a:rPr lang="es-ES" sz="2400" dirty="0" err="1">
                <a:solidFill>
                  <a:srgbClr val="00B050"/>
                </a:solidFill>
              </a:rPr>
              <a:t>dioxide</a:t>
            </a:r>
            <a:r>
              <a:rPr lang="es-ES" sz="2400" dirty="0">
                <a:solidFill>
                  <a:srgbClr val="00B050"/>
                </a:solidFill>
              </a:rPr>
              <a:t> </a:t>
            </a:r>
            <a:r>
              <a:rPr lang="es-ES" sz="2400" dirty="0" err="1">
                <a:solidFill>
                  <a:srgbClr val="00B050"/>
                </a:solidFill>
              </a:rPr>
              <a:t>produced</a:t>
            </a:r>
            <a:r>
              <a:rPr lang="es-ES" sz="2400" dirty="0">
                <a:solidFill>
                  <a:srgbClr val="00B050"/>
                </a:solidFill>
              </a:rPr>
              <a:t>. [1]</a:t>
            </a:r>
            <a:endParaRPr lang="en-US" sz="2400" b="1" dirty="0">
              <a:solidFill>
                <a:srgbClr val="00B050"/>
              </a:solidFill>
            </a:endParaRPr>
          </a:p>
          <a:p>
            <a:pPr marL="800100" indent="-342900" defTabSz="403225">
              <a:tabLst>
                <a:tab pos="403225" algn="l"/>
              </a:tabLst>
            </a:pPr>
            <a:endParaRPr lang="en-GB" sz="2400" dirty="0">
              <a:solidFill>
                <a:srgbClr val="00B050"/>
              </a:solidFill>
            </a:endParaRPr>
          </a:p>
          <a:p>
            <a:pPr marL="800100" indent="-342900"/>
            <a:endParaRPr lang="en-US" sz="2400" b="1" dirty="0">
              <a:solidFill>
                <a:srgbClr val="00B050"/>
              </a:solidFill>
            </a:endParaRPr>
          </a:p>
          <a:p>
            <a:pPr marL="800100" indent="-342900"/>
            <a:endParaRPr lang="en-US" sz="2400" b="1" dirty="0">
              <a:solidFill>
                <a:srgbClr val="00B050"/>
              </a:solidFill>
            </a:endParaRPr>
          </a:p>
        </p:txBody>
      </p:sp>
    </p:spTree>
    <p:extLst>
      <p:ext uri="{BB962C8B-B14F-4D97-AF65-F5344CB8AC3E}">
        <p14:creationId xmlns:p14="http://schemas.microsoft.com/office/powerpoint/2010/main" val="15008112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QES PowerPoint template">
  <a:themeElements>
    <a:clrScheme name="QES 3">
      <a:dk1>
        <a:srgbClr val="B1B2B3"/>
      </a:dk1>
      <a:lt1>
        <a:srgbClr val="FFFFFF"/>
      </a:lt1>
      <a:dk2>
        <a:srgbClr val="71206A"/>
      </a:dk2>
      <a:lt2>
        <a:srgbClr val="00ADC6"/>
      </a:lt2>
      <a:accent1>
        <a:srgbClr val="1E1248"/>
      </a:accent1>
      <a:accent2>
        <a:srgbClr val="CA9500"/>
      </a:accent2>
      <a:accent3>
        <a:srgbClr val="00658C"/>
      </a:accent3>
      <a:accent4>
        <a:srgbClr val="902082"/>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QES PowerPoint template.pptx" id="{BB6C25F6-967C-45EB-9EA7-E8558B71EF22}" vid="{7445324A-24CF-4AE5-8049-1C4A6A963E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QES PowerPoint template.pptx</Template>
  <TotalTime>127</TotalTime>
  <Words>2377</Words>
  <Application>Microsoft Office PowerPoint</Application>
  <PresentationFormat>Widescreen</PresentationFormat>
  <Paragraphs>217</Paragraphs>
  <Slides>29</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Avenir</vt:lpstr>
      <vt:lpstr>Calibri</vt:lpstr>
      <vt:lpstr>Courier New</vt:lpstr>
      <vt:lpstr>ITC Berkeley Oldstyle Std</vt:lpstr>
      <vt:lpstr>Times New Roman</vt:lpstr>
      <vt:lpstr>QES PowerPoint template</vt:lpstr>
      <vt:lpstr>Batteries and Fuel Cells</vt:lpstr>
      <vt:lpstr>Reactivate</vt:lpstr>
      <vt:lpstr>Something to think about</vt:lpstr>
      <vt:lpstr>Learning objectives</vt:lpstr>
      <vt:lpstr>Exposition</vt:lpstr>
      <vt:lpstr>Practical: Chemical cells and batteries</vt:lpstr>
      <vt:lpstr>Extension</vt:lpstr>
      <vt:lpstr>Review</vt:lpstr>
      <vt:lpstr>Homework</vt:lpstr>
      <vt:lpstr>Title – Batteries and Fuel Cells</vt:lpstr>
      <vt:lpstr>1. Draw a simple electrical cell. 3 marks   </vt:lpstr>
      <vt:lpstr>2. Describe how you can produce the biggest voltage in a cell. 1 mark  </vt:lpstr>
      <vt:lpstr>3. H  An electrical cell is made using the metals iron and zinc as the two electrodes, and a salt solution as the electrolyte.  a. Name the metal that is reduced in the cell. 1 mark  b. Explain which metal will act as the negative terminal of the cell. Include two half equations in your answer. 6 marks </vt:lpstr>
      <vt:lpstr>4. Using Figure 3, explain two disadvantages of the zinc-carbon cell compared with some other more modern cells. 4 marks  </vt:lpstr>
      <vt:lpstr>Reactivate</vt:lpstr>
      <vt:lpstr>Something to think about</vt:lpstr>
      <vt:lpstr>Learning objectives</vt:lpstr>
      <vt:lpstr>Exposition</vt:lpstr>
      <vt:lpstr>Exposition</vt:lpstr>
      <vt:lpstr>Activity: Fuel cells</vt:lpstr>
      <vt:lpstr>Extension</vt:lpstr>
      <vt:lpstr>Review</vt:lpstr>
      <vt:lpstr>Homework</vt:lpstr>
      <vt:lpstr>PowerPoint Presentation</vt:lpstr>
      <vt:lpstr>1. In the hydrogen fuel cell described previously:  a. Which gases are pumped into the fuel cell? 1 mark  b. What is the waste product of the fuel cell? 1 mark</vt:lpstr>
      <vt:lpstr>2. Explain how a hydrogen fuel cell produces electricity. 3 marks  </vt:lpstr>
      <vt:lpstr>3. H Write two half equations that show what happens to the hydrogen and oxygen gases in a hydrogen fuel cell. 4 marks        </vt:lpstr>
      <vt:lpstr>PowerPoint Presentation</vt:lpstr>
      <vt:lpstr>4. Imagine that a family decides to buy an electric car. The car uses batteries that need regular recharging by plugging into an electrical socket.   Explain why this would not necessarily mean that they had found a way to get around without adding to the carbon dioxide in the air.   Explain how the electric car could run without contributing to global climate change. 5 marks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Miss D Cornwall</dc:creator>
  <cp:lastModifiedBy>Mrs P Rahman</cp:lastModifiedBy>
  <cp:revision>7</cp:revision>
  <dcterms:created xsi:type="dcterms:W3CDTF">2025-04-28T08:34:02Z</dcterms:created>
  <dcterms:modified xsi:type="dcterms:W3CDTF">2026-04-17T12:45:24Z</dcterms:modified>
</cp:coreProperties>
</file>